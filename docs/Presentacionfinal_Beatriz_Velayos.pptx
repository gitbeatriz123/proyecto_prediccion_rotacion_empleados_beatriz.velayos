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87e5c721874c52" /><Relationship Type="http://schemas.openxmlformats.org/officeDocument/2006/relationships/extended-properties" Target="/docProps/app.xml" Id="R675e387df13846ce" /><Relationship Type="http://schemas.openxmlformats.org/officeDocument/2006/relationships/officeDocument" Target="/ppt/presentation.xml" Id="R46f3e96e5bbe41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6dc23cf74148de"/>
  </p:sldMasterIdLst>
  <p:notesMasterIdLst>
    <p:notesMasterId xmlns:r="http://schemas.openxmlformats.org/officeDocument/2006/relationships" r:id="R3471bd9a9cf34996"/>
  </p:notesMasterIdLst>
  <p:sldIdLst>
    <p:sldId xmlns:r="http://schemas.openxmlformats.org/officeDocument/2006/relationships" id="256" r:id="R3a7cf07b87b34fef"/>
    <p:sldId xmlns:r="http://schemas.openxmlformats.org/officeDocument/2006/relationships" id="257" r:id="Reb4b304ba0e242a1"/>
    <p:sldId xmlns:r="http://schemas.openxmlformats.org/officeDocument/2006/relationships" id="258" r:id="Ra7f7c8c586ed49ad"/>
    <p:sldId xmlns:r="http://schemas.openxmlformats.org/officeDocument/2006/relationships" id="259" r:id="R1ebf9840015c41a2"/>
    <p:sldId xmlns:r="http://schemas.openxmlformats.org/officeDocument/2006/relationships" id="260" r:id="Ra2cd0a0636474566"/>
    <p:sldId xmlns:r="http://schemas.openxmlformats.org/officeDocument/2006/relationships" id="261" r:id="Rf6110d041e5a40bb"/>
    <p:sldId xmlns:r="http://schemas.openxmlformats.org/officeDocument/2006/relationships" id="262" r:id="Rd2f34188ef4342fc"/>
    <p:sldId xmlns:r="http://schemas.openxmlformats.org/officeDocument/2006/relationships" id="263" r:id="Rfd2c9da290b94128"/>
    <p:sldId xmlns:r="http://schemas.openxmlformats.org/officeDocument/2006/relationships" id="264" r:id="Rc5159bec4de44d2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393f7c1d334201" /><Relationship Type="http://schemas.openxmlformats.org/officeDocument/2006/relationships/slideMaster" Target="/ppt/slideMasters/slideMaster1.xml" Id="Rd06dc23cf74148de" /><Relationship Type="http://schemas.openxmlformats.org/officeDocument/2006/relationships/notesMaster" Target="/ppt/notesMasters/notesMaster1.xml" Id="R3471bd9a9cf34996" /><Relationship Type="http://schemas.openxmlformats.org/officeDocument/2006/relationships/presProps" Target="/ppt/presProps.xml" Id="Rb2ee87a61a6542bc" /><Relationship Type="http://schemas.openxmlformats.org/officeDocument/2006/relationships/tableStyles" Target="/ppt/tableStyles.xml" Id="Rc70f348f12b548d4" /><Relationship Type="http://schemas.openxmlformats.org/officeDocument/2006/relationships/slide" Target="/ppt/slides/slide1.xml" Id="R3a7cf07b87b34fef" /><Relationship Type="http://schemas.openxmlformats.org/officeDocument/2006/relationships/slide" Target="/ppt/slides/slide2.xml" Id="Reb4b304ba0e242a1" /><Relationship Type="http://schemas.openxmlformats.org/officeDocument/2006/relationships/slide" Target="/ppt/slides/slide3.xml" Id="Ra7f7c8c586ed49ad" /><Relationship Type="http://schemas.openxmlformats.org/officeDocument/2006/relationships/slide" Target="/ppt/slides/slide4.xml" Id="R1ebf9840015c41a2" /><Relationship Type="http://schemas.openxmlformats.org/officeDocument/2006/relationships/slide" Target="/ppt/slides/slide5.xml" Id="Ra2cd0a0636474566" /><Relationship Type="http://schemas.openxmlformats.org/officeDocument/2006/relationships/slide" Target="/ppt/slides/slide6.xml" Id="Rf6110d041e5a40bb" /><Relationship Type="http://schemas.openxmlformats.org/officeDocument/2006/relationships/slide" Target="/ppt/slides/slide7.xml" Id="Rd2f34188ef4342fc" /><Relationship Type="http://schemas.openxmlformats.org/officeDocument/2006/relationships/slide" Target="/ppt/slides/slide8.xml" Id="Rfd2c9da290b94128" /><Relationship Type="http://schemas.openxmlformats.org/officeDocument/2006/relationships/slide" Target="/ppt/slides/slide9.xml" Id="Rc5159bec4de44d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4e42650b9445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b580979e41426c" /><Relationship Type="http://schemas.openxmlformats.org/officeDocument/2006/relationships/notesMaster" Target="/ppt/notesMasters/notesMaster1.xml" Id="R97ae1fbd516047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13e864abca0489b" /><Relationship Type="http://schemas.openxmlformats.org/officeDocument/2006/relationships/notesMaster" Target="/ppt/notesMasters/notesMaster1.xml" Id="Rc37e2d6c795c48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f79043a6e94fc5" /><Relationship Type="http://schemas.openxmlformats.org/officeDocument/2006/relationships/notesMaster" Target="/ppt/notesMasters/notesMaster1.xml" Id="R317a2b395fab4a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2010f3a5e64279" /><Relationship Type="http://schemas.openxmlformats.org/officeDocument/2006/relationships/notesMaster" Target="/ppt/notesMasters/notesMaster1.xml" Id="R25df6036a74241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6bf4c4fa114a54" /><Relationship Type="http://schemas.openxmlformats.org/officeDocument/2006/relationships/notesMaster" Target="/ppt/notesMasters/notesMaster1.xml" Id="R66364e6515494d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ee28dcd9ae44e9" /><Relationship Type="http://schemas.openxmlformats.org/officeDocument/2006/relationships/notesMaster" Target="/ppt/notesMasters/notesMaster1.xml" Id="R9ac14253168649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3170e3066348b6" /><Relationship Type="http://schemas.openxmlformats.org/officeDocument/2006/relationships/notesMaster" Target="/ppt/notesMasters/notesMaster1.xml" Id="R951fdc52930742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92ef9a6eba412d" /><Relationship Type="http://schemas.openxmlformats.org/officeDocument/2006/relationships/notesMaster" Target="/ppt/notesMasters/notesMaster1.xml" Id="Raaba11a00fda4c4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4ca717e8e44a7d" /><Relationship Type="http://schemas.openxmlformats.org/officeDocument/2006/relationships/notesMaster" Target="/ppt/notesMasters/notesMaster1.xml" Id="R28a51cce1e5a40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Proyecto educativo de bootcamp. La encuesta de clima es sintética. Los datos son de ejemplo y el modelo no está validado para uso laboral. No representa un sistema para decidir sobre empleados.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Presentar el alcance académico. Las métricas usan más de un protocolo y no deben compararse como una misma evaluación. No hay umbral operativo ni evidencia de impacto.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unión se realiza por EmployeeNumber. La regeneración de métricas usó un Parquet local con el esquema del ETL; este entorno no tenía Docker Compose ni PySpark para ejecutar Spark de extremo a extremo.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Resultados regenerados con validación cruzada estratificada OOF de cinco particiones. ROC-AUC: LogReg 0,819; RF 0,810; MLP 0,768. F1 y umbral se optimizan sobre las mismas predicciones: resultados exploratorios.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Histograma de scores exportados. No interpretar como probabilidades calibradas ni como riesgo real de personas.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Tasas descriptivas agregadas del conjunto de referencia. No equivalen a hallazgos de la empresa.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Asociación descriptiva. No puede inferirse causalidad a partir de este gráfico.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Coeficientes de la regresión logística para las variables transformadas. Dependientes del preprocesamiento y del conjunto; no son efectos causales.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Limitaciones principales: sin validación independiente de las métricas; conjunto de demostración; métricas exploratorias; sin validación temporal, calibración, ni análisis formal de equidad. No emplear en decisiones de RRHH.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6461d2a1d44c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ac78223f8f422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d2dab4be414a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7664d6ffe44cc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d89cd9ebe7468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f4777383cf4eb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dc9cb3b792434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662bac44ea421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8143c7e8ea4b0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29605d6021465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2adab5fb264780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B045BEB-2A0E-4CE6-BB6B-54367B6FD4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400B048-375F-4CCE-8677-D24244CEB6B0}"/>
              </a:ext>
            </a:extLst>
          </p:cNvPr>
          <p:cNvSpPr>
            <a:spLocks xmlns:a="http://schemas.openxmlformats.org/drawingml/2006/main" noGrp="1"/>
          </p:cNvSpPr>
          <p:nvPr>
            <p:ph type="dt" idx="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534ED38-BE2E-4097-BF42-7AA9C1DD938A}"/>
              </a:ext>
            </a:extLst>
          </p:cNvPr>
          <p:cNvSpPr>
            <a:spLocks xmlns:a="http://schemas.openxmlformats.org/drawingml/2006/main" noGrp="1"/>
          </p:cNvSpPr>
          <p:nvPr>
            <p:ph type="ftr" idx="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E1FA4F4A-79B3-4B01-83EB-FC6B69468BEF}"/>
              </a:ext>
            </a:extLst>
          </p:cNvPr>
          <p:cNvSpPr>
            <a:spLocks xmlns:a="http://schemas.openxmlformats.org/drawingml/2006/main" noGrp="1"/>
          </p:cNvSpPr>
          <p:nvPr>
            <p:ph type="sldNum" idx="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C1F15649-DE97-4D31-AB74-DF95F7F404A2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ED78EDD1-9F93-4766-A3B3-544BB64CE98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type="vertTx" preserve="1">
  <p:cSld name="Title and Vertical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9818B03-43EF-471D-9B0F-806B50EAD5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8F42C79-D9B9-4690-810F-822A8E495F0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F77D8B3-B6C4-49BF-A6ED-3FE7884837C6}"/>
              </a:ext>
            </a:extLst>
          </p:cNvPr>
          <p:cNvSpPr>
            <a:spLocks xmlns:a="http://schemas.openxmlformats.org/drawingml/2006/main" noGrp="1"/>
          </p:cNvSpPr>
          <p:nvPr>
            <p:ph type="dt" idx="4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C489B14-863F-47CC-8615-6159481E6697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A9841976-2504-4DC8-AC01-91F582216535}"/>
              </a:ext>
            </a:extLst>
          </p:cNvPr>
          <p:cNvSpPr>
            <a:spLocks xmlns:a="http://schemas.openxmlformats.org/drawingml/2006/main" noGrp="1"/>
          </p:cNvSpPr>
          <p:nvPr>
            <p:ph type="sldNum" idx="6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09F07B7-EBC3-4A18-A366-933C874466B9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type="vertTitleAndTx" preserve="1">
  <p:cSld name="Vertical Title and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5CB3FCA-F927-42AD-B435-F5CA19FF2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80"/>
            <a:ext cx="205704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797F264-EB23-43F7-BE6E-A83A74F05C7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74680"/>
            <a:ext cx="601956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9C3D623-7E4C-4D4F-824F-A46044981564}"/>
              </a:ext>
            </a:extLst>
          </p:cNvPr>
          <p:cNvSpPr>
            <a:spLocks xmlns:a="http://schemas.openxmlformats.org/drawingml/2006/main" noGrp="1"/>
          </p:cNvSpPr>
          <p:nvPr>
            <p:ph type="dt" idx="7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EB213CB-45ED-4265-8C41-9E860FD5EBEC}"/>
              </a:ext>
            </a:extLst>
          </p:cNvPr>
          <p:cNvSpPr>
            <a:spLocks xmlns:a="http://schemas.openxmlformats.org/drawingml/2006/main" noGrp="1"/>
          </p:cNvSpPr>
          <p:nvPr>
            <p:ph type="ftr" idx="8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965281D-21E0-445E-99DC-518C9F0DCA75}"/>
              </a:ext>
            </a:extLst>
          </p:cNvPr>
          <p:cNvSpPr>
            <a:spLocks xmlns:a="http://schemas.openxmlformats.org/drawingml/2006/main" noGrp="1"/>
          </p:cNvSpPr>
          <p:nvPr>
            <p:ph type="sldNum" idx="9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992E60D-EFD5-41CD-9019-06F17E86CF4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 preserve="1">
  <p:cSld name="Title and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CFB4A70-63BE-4A86-A10C-127F6FC519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D98FA3C-7042-403B-B90B-40EBE66E00A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B205F6A-5C20-4B77-95E7-B2740AD564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3B5B0793-ADFF-4280-B6C3-066C6341DF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651BCD72-C350-45DE-A806-71B42B5776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8C8D860B-5ABB-4C55-8043-68CB8500841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blank" preserve="1">
  <p:cSld name="Section Head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0961491-152E-47B4-939A-009EC00CFB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160" y="4406760"/>
            <a:ext cx="7772040" cy="13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4000" b="1" u="none" cap="all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16C0524-F074-4195-9ABC-98B9DE1701F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722160" y="2906640"/>
            <a:ext cx="7772040" cy="149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sz="20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E8FA829-DDDE-4DF0-BE5F-C05B90E155E9}"/>
              </a:ext>
            </a:extLst>
          </p:cNvPr>
          <p:cNvSpPr>
            <a:spLocks xmlns:a="http://schemas.openxmlformats.org/drawingml/2006/main" noGrp="1"/>
          </p:cNvSpPr>
          <p:nvPr>
            <p:ph type="dt" idx="13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986A44C-CCF3-4C02-A767-0AE0F7065A81}"/>
              </a:ext>
            </a:extLst>
          </p:cNvPr>
          <p:cNvSpPr>
            <a:spLocks xmlns:a="http://schemas.openxmlformats.org/drawingml/2006/main" noGrp="1"/>
          </p:cNvSpPr>
          <p:nvPr>
            <p:ph type="ftr" idx="14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CB575852-B480-47B1-AF79-D344823E13F2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AE19106-4133-4231-94FB-64473ACB2E5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6.xml><?xml version="1.0" encoding="utf-8"?>
<p:sldLayout xmlns:p="http://schemas.openxmlformats.org/presentationml/2006/main" type="twoObj" preserve="1">
  <p:cSld name="Two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14DD276-B803-4018-91E0-6BB80ECF40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A342F0D-6E83-4C7E-BC83-B1FBDB4CD40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CFBB45A-9C1D-4EF6-B98A-7BF8BB6C719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832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671C9BC-98B0-4862-A610-93A68CF4EEC3}"/>
              </a:ext>
            </a:extLst>
          </p:cNvPr>
          <p:cNvSpPr>
            <a:spLocks xmlns:a="http://schemas.openxmlformats.org/drawingml/2006/main" noGrp="1"/>
          </p:cNvSpPr>
          <p:nvPr>
            <p:ph type="dt" idx="16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CBBAF7F-CBAB-41BA-9AAB-0F505B8FE1FF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5784BFED-57F1-4653-971E-7CF94B264116}"/>
              </a:ext>
            </a:extLst>
          </p:cNvPr>
          <p:cNvSpPr>
            <a:spLocks xmlns:a="http://schemas.openxmlformats.org/drawingml/2006/main" noGrp="1"/>
          </p:cNvSpPr>
          <p:nvPr>
            <p:ph type="sldNum" idx="18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00A58784-66A9-47C0-9CF9-FDDB1C8BC581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Comparis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680C123-FAA4-448A-8E22-53E10D920A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CC5637D-13A3-4136-90D9-F6F6CD6DBDC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535040"/>
            <a:ext cx="403992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6AC343F-E878-406D-A471-FA1D781A459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174760"/>
            <a:ext cx="403992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5125F616-3D28-43B6-ABEC-D237CB2CD02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1535040"/>
            <a:ext cx="404136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87BF1A16-8608-4169-BE57-69C17805DAD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2174760"/>
            <a:ext cx="404136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41B7E583-6E2A-4252-ACFE-704DB359FB22}"/>
              </a:ext>
            </a:extLst>
          </p:cNvPr>
          <p:cNvSpPr>
            <a:spLocks xmlns:a="http://schemas.openxmlformats.org/drawingml/2006/main" noGrp="1"/>
          </p:cNvSpPr>
          <p:nvPr>
            <p:ph type="dt" idx="19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7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5A0CAC17-B7AE-456F-A878-2AC74A583D11}"/>
              </a:ext>
            </a:extLst>
          </p:cNvPr>
          <p:cNvSpPr>
            <a:spLocks xmlns:a="http://schemas.openxmlformats.org/drawingml/2006/main" noGrp="1"/>
          </p:cNvSpPr>
          <p:nvPr>
            <p:ph type="ftr" idx="20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8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7DA26AF-F12C-49F1-B75B-09840EA8AF98}"/>
              </a:ext>
            </a:extLst>
          </p:cNvPr>
          <p:cNvSpPr>
            <a:spLocks xmlns:a="http://schemas.openxmlformats.org/drawingml/2006/main" noGrp="1"/>
          </p:cNvSpPr>
          <p:nvPr>
            <p:ph type="sldNum" idx="21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35B3173-9225-43C2-B209-5B9A286072F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8.xml><?xml version="1.0" encoding="utf-8"?>
<p:sldLayout xmlns:p="http://schemas.openxmlformats.org/presentationml/2006/main" type="titleOnly" preserve="1">
  <p:cSld name="Title Only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763E7A-8BDF-42FF-B600-BE66D1690F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0771A9F-5E40-4573-9443-2E1F837034F5}"/>
              </a:ext>
            </a:extLst>
          </p:cNvPr>
          <p:cNvSpPr>
            <a:spLocks xmlns:a="http://schemas.openxmlformats.org/drawingml/2006/main" noGrp="1"/>
          </p:cNvSpPr>
          <p:nvPr>
            <p:ph type="dt" idx="22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43924D9-BC3D-45AF-B5D7-5C4EC3730B0E}"/>
              </a:ext>
            </a:extLst>
          </p:cNvPr>
          <p:cNvSpPr>
            <a:spLocks xmlns:a="http://schemas.openxmlformats.org/drawingml/2006/main" noGrp="1"/>
          </p:cNvSpPr>
          <p:nvPr>
            <p:ph type="ftr" idx="23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4D75C19-8865-496F-AD4D-BC0B9D7007B0}"/>
              </a:ext>
            </a:extLst>
          </p:cNvPr>
          <p:cNvSpPr>
            <a:spLocks xmlns:a="http://schemas.openxmlformats.org/drawingml/2006/main" noGrp="1"/>
          </p:cNvSpPr>
          <p:nvPr>
            <p:ph type="sldNum" idx="24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1B541422-026A-41A2-BAA3-EBC9553034F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8E7E9AB-CCF8-494D-ABFF-C27AC1377C7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9.xml><?xml version="1.0" encoding="utf-8"?>
<p:sldLayout xmlns:p="http://schemas.openxmlformats.org/presentationml/2006/main" type="blank" preserve="1">
  <p:cSld name="Blank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8EE9F77-FF91-4B8B-96EF-F856024B6530}"/>
              </a:ext>
            </a:extLst>
          </p:cNvPr>
          <p:cNvSpPr>
            <a:spLocks xmlns:a="http://schemas.openxmlformats.org/drawingml/2006/main" noGrp="1"/>
          </p:cNvSpPr>
          <p:nvPr>
            <p:ph type="dt" idx="25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6DAC5DA-04CD-4738-B270-588C2F4099D9}"/>
              </a:ext>
            </a:extLst>
          </p:cNvPr>
          <p:cNvSpPr>
            <a:spLocks xmlns:a="http://schemas.openxmlformats.org/drawingml/2006/main" noGrp="1"/>
          </p:cNvSpPr>
          <p:nvPr>
            <p:ph type="ftr" idx="26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AA15843-A8B0-48E9-8A97-4117540375DF}"/>
              </a:ext>
            </a:extLst>
          </p:cNvPr>
          <p:cNvSpPr>
            <a:spLocks xmlns:a="http://schemas.openxmlformats.org/drawingml/2006/main" noGrp="1"/>
          </p:cNvSpPr>
          <p:nvPr>
            <p:ph type="sldNum" idx="27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DBD564E-998E-4A3F-9B53-86B1A84650E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0.xml><?xml version="1.0" encoding="utf-8"?>
<p:sldLayout xmlns:p="http://schemas.openxmlformats.org/presentationml/2006/main" type="blank" preserve="1">
  <p:cSld name="Content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CC96145-5E18-442F-8206-8CCBE2596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2880"/>
            <a:ext cx="3007800" cy="1161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8FCCA03-DC70-43F0-B211-D832220AB5D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3575160" y="272880"/>
            <a:ext cx="5111280" cy="58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0C6F7FF-79BE-46BA-A83C-A90E3D078A3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434960"/>
            <a:ext cx="3007800" cy="46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0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2D490194-C936-4503-BD7F-114BFB17D8D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1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BF7F858-C3B5-46C4-A560-1F4AAAB55EDF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2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F8ADE7F9-C0F9-4A6D-B40F-06A871881BE2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9DCBC23-3989-4AE8-8C0A-65784AA9C6E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1.xml><?xml version="1.0" encoding="utf-8"?>
<p:sldLayout xmlns:p="http://schemas.openxmlformats.org/presentationml/2006/main" type="blank" preserve="1">
  <p:cSld name="Picture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0C4AF98-3128-411F-810B-BA781B94E9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440" y="4800600"/>
            <a:ext cx="5486040" cy="566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A23D7E5-3E3C-43B6-81C3-F4192842F55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612720"/>
            <a:ext cx="548604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B590483-0173-4F5A-A9DB-A1697C5705D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5367240"/>
            <a:ext cx="5486040" cy="80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FCDFBF4-C5D0-486D-ACE0-36AACB5416C5}"/>
              </a:ext>
            </a:extLst>
          </p:cNvPr>
          <p:cNvSpPr>
            <a:spLocks xmlns:a="http://schemas.openxmlformats.org/drawingml/2006/main" noGrp="1"/>
          </p:cNvSpPr>
          <p:nvPr>
            <p:ph type="dt" idx="3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7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AB82F94-296D-4143-80A5-113DD2E90BCF}"/>
              </a:ext>
            </a:extLst>
          </p:cNvPr>
          <p:cNvSpPr>
            <a:spLocks xmlns:a="http://schemas.openxmlformats.org/drawingml/2006/main" noGrp="1"/>
          </p:cNvSpPr>
          <p:nvPr>
            <p:ph type="ftr" idx="3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8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7A44C1D1-164F-4C15-8894-A44C7F4732EE}"/>
              </a:ext>
            </a:extLst>
          </p:cNvPr>
          <p:cNvSpPr>
            <a:spLocks xmlns:a="http://schemas.openxmlformats.org/drawingml/2006/main" noGrp="1"/>
          </p:cNvSpPr>
          <p:nvPr>
            <p:ph type="sldNum" idx="3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98B274AD-299F-487E-9729-FFC20C074CAD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1872279784498e" /><Relationship Type="http://schemas.openxmlformats.org/officeDocument/2006/relationships/slideLayout" Target="/ppt/slideLayouts/slideLayout1.xml" Id="Rece72d1d96634817" /><Relationship Type="http://schemas.openxmlformats.org/officeDocument/2006/relationships/slideLayout" Target="/ppt/slideLayouts/slideLayout2.xml" Id="Rea509c6b581a4a56" /><Relationship Type="http://schemas.openxmlformats.org/officeDocument/2006/relationships/slideLayout" Target="/ppt/slideLayouts/slideLayout3.xml" Id="R86c6efa15cc64cbb" /><Relationship Type="http://schemas.openxmlformats.org/officeDocument/2006/relationships/slideLayout" Target="/ppt/slideLayouts/slideLayout4.xml" Id="R2f24993626404f97" /><Relationship Type="http://schemas.openxmlformats.org/officeDocument/2006/relationships/slideLayout" Target="/ppt/slideLayouts/slideLayout5.xml" Id="Ra195f1f4a7e9415e" /><Relationship Type="http://schemas.openxmlformats.org/officeDocument/2006/relationships/slideLayout" Target="/ppt/slideLayouts/slideLayout6.xml" Id="R5dba4e6a716e42ea" /><Relationship Type="http://schemas.openxmlformats.org/officeDocument/2006/relationships/slideLayout" Target="/ppt/slideLayouts/slideLayout7.xml" Id="R5b8ceb797c4b49e4" /><Relationship Type="http://schemas.openxmlformats.org/officeDocument/2006/relationships/slideLayout" Target="/ppt/slideLayouts/slideLayout8.xml" Id="Rff668722085a45a3" /><Relationship Type="http://schemas.openxmlformats.org/officeDocument/2006/relationships/slideLayout" Target="/ppt/slideLayouts/slideLayout9.xml" Id="R60fe1f0df1ae4488" /><Relationship Type="http://schemas.openxmlformats.org/officeDocument/2006/relationships/slideLayout" Target="/ppt/slideLayouts/slideLayout10.xml" Id="R1a29a9cef6bc49b4" /><Relationship Type="http://schemas.openxmlformats.org/officeDocument/2006/relationships/slideLayout" Target="/ppt/slideLayouts/slideLayout11.xml" Id="R289cec33d29540b1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e72d1d96634817"/>
    <p:sldLayoutId xmlns:r="http://schemas.openxmlformats.org/officeDocument/2006/relationships" id="2147483650" r:id="Rea509c6b581a4a56"/>
    <p:sldLayoutId xmlns:r="http://schemas.openxmlformats.org/officeDocument/2006/relationships" id="2147483651" r:id="R86c6efa15cc64cbb"/>
    <p:sldLayoutId xmlns:r="http://schemas.openxmlformats.org/officeDocument/2006/relationships" id="2147483652" r:id="R2f24993626404f97"/>
    <p:sldLayoutId xmlns:r="http://schemas.openxmlformats.org/officeDocument/2006/relationships" id="2147483653" r:id="Ra195f1f4a7e9415e"/>
    <p:sldLayoutId xmlns:r="http://schemas.openxmlformats.org/officeDocument/2006/relationships" id="2147483654" r:id="R5dba4e6a716e42ea"/>
    <p:sldLayoutId xmlns:r="http://schemas.openxmlformats.org/officeDocument/2006/relationships" id="2147483655" r:id="R5b8ceb797c4b49e4"/>
    <p:sldLayoutId xmlns:r="http://schemas.openxmlformats.org/officeDocument/2006/relationships" id="2147483656" r:id="Rff668722085a45a3"/>
    <p:sldLayoutId xmlns:r="http://schemas.openxmlformats.org/officeDocument/2006/relationships" id="2147483657" r:id="R60fe1f0df1ae4488"/>
    <p:sldLayoutId xmlns:r="http://schemas.openxmlformats.org/officeDocument/2006/relationships" id="2147483658" r:id="R1a29a9cef6bc49b4"/>
    <p:sldLayoutId xmlns:r="http://schemas.openxmlformats.org/officeDocument/2006/relationships" id="2147483659" r:id="R289cec33d29540b1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6014afab14458" /><Relationship Type="http://schemas.openxmlformats.org/officeDocument/2006/relationships/notesSlide" Target="/ppt/notesSlides/notesSlide1.xml" Id="Rfd44c945ab114b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9dea77782f0459f" /><Relationship Type="http://schemas.openxmlformats.org/officeDocument/2006/relationships/notesSlide" Target="/ppt/notesSlides/notesSlide2.xml" Id="R48b9a87c93c040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ab5495f94e547d2" /><Relationship Type="http://schemas.openxmlformats.org/officeDocument/2006/relationships/notesSlide" Target="/ppt/notesSlides/notesSlide3.xml" Id="R1ad539c85a034b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de1cfe6c032d4c82" /><Relationship Type="http://schemas.openxmlformats.org/officeDocument/2006/relationships/image" Target="/ppt/media/image.png" Id="Rdcebbe89e28f490c" /><Relationship Type="http://schemas.openxmlformats.org/officeDocument/2006/relationships/notesSlide" Target="/ppt/notesSlides/notesSlide4.xml" Id="Rf8c2be3078f444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40c540c02204554" /><Relationship Type="http://schemas.openxmlformats.org/officeDocument/2006/relationships/image" Target="/ppt/media/image2.png" Id="Rb7c86ea21b054940" /><Relationship Type="http://schemas.openxmlformats.org/officeDocument/2006/relationships/notesSlide" Target="/ppt/notesSlides/notesSlide5.xml" Id="R38b99e5964b948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fcd5fd57d1a94196" /><Relationship Type="http://schemas.openxmlformats.org/officeDocument/2006/relationships/image" Target="/ppt/media/image3.png" Id="R3bf883589b5d4e97" /><Relationship Type="http://schemas.openxmlformats.org/officeDocument/2006/relationships/notesSlide" Target="/ppt/notesSlides/notesSlide6.xml" Id="R294a6b92026d4a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89070f5c77f94469" /><Relationship Type="http://schemas.openxmlformats.org/officeDocument/2006/relationships/image" Target="/ppt/media/image4.png" Id="R7c48ea4cf3534abe" /><Relationship Type="http://schemas.openxmlformats.org/officeDocument/2006/relationships/notesSlide" Target="/ppt/notesSlides/notesSlide7.xml" Id="R1a3f48954f0d46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4802a24cefb9493c" /><Relationship Type="http://schemas.openxmlformats.org/officeDocument/2006/relationships/image" Target="/ppt/media/image5.png" Id="R8de58a41dc194e52" /><Relationship Type="http://schemas.openxmlformats.org/officeDocument/2006/relationships/notesSlide" Target="/ppt/notesSlides/notesSlide8.xml" Id="Rcc6ca18ff73746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beb19a3ba2c4f68" /><Relationship Type="http://schemas.openxmlformats.org/officeDocument/2006/relationships/notesSlide" Target="/ppt/notesSlides/notesSlide9.xml" Id="R90c650a3c5a6422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23A367D-FD84-49F8-AF2D-0779481DBA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Predicción de rotación de empleados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C53B876-F98F-455F-8CFD-759CAEFF3F88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1371600" y="3886200"/>
            <a:ext cx="6400440" cy="175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3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Proyecto educativo · PySpark · scikit-learn · Power BI</a:t>
            </a: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92507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A80CDC-29D0-442F-8406-74BEDDE2A9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Alcance del proyecto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351A14-C962-45F2-863E-8C30FDD9AA8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Ejercicio académico de clasificación binaria con datos de ejemplo.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Integración y preparación con PySpark; evaluación con scikit-learn.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Comparación exploratoria de Regresión Logística, Random Forest y MLP.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Validación cruzada y partición holdout aparecen en resultados distintos.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Prototipo Power BI y visualizaciones descriptivas.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Sin uso operativo ni decisiones sobre empleados.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11130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6AB6FCB5-5C27-4A40-86A2-B59AFB49E5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Flujo de trabajo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842B893-A08C-465F-AA27-8DC6A08487E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Comprobaciones de calidad y unión por EmployeeNumber.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ETL con PySpark y creación de variables derivadas.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Modelado con regresión logística, Random Forest y MLP.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Métricas: ROC-AUC, PR-AUC y F1; protocolos documentados por separado.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Exportación de artefactos para análisis educativo.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No es un modelo validado para una organización real.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437533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1" name="PlaceHolder 1">
            <a:extLst>
              <a:ext uri="{FF2B5EF4-FFF2-40B4-BE49-F238E27FC236}">
                <ns2:creationId id="{65E0130A-3CA4-4060-A9FD-904D0A35ECF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620000" y="11736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Métricas exploratorias · LogReg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6" name="Picture 2"/>
          <p:cNvPicPr>
            <a:picLocks noChangeAspect="1"/>
          </p:cNvPicPr>
          <p:nvPr/>
        </p:nvPicPr>
        <p:blipFill>
          <a:blip ns3:embed="Rdcebbe89e28f490c"/>
          <a:srcRect l="0" t="0" r="0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3" name="TextBox 3">
            <a:extLst>
              <a:ext uri="{FF2B5EF4-FFF2-40B4-BE49-F238E27FC236}">
                <ns2:creationId id="{D179EA43-F748-45D7-9F30-071F40E196A0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CV OOF (5 particiones): ROC-AUC 0,819 · PR-AUC 0,552 · F1* 0,533. *Umbral optimizado en las mismas predicciones.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50715245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4" name="PlaceHolder 1">
            <a:extLst>
              <a:ext uri="{FF2B5EF4-FFF2-40B4-BE49-F238E27FC236}">
                <ns2:creationId id="{2D52C905-F951-4F11-BF40-C3409FEC2BF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07960" y="131400"/>
            <a:ext cx="11242800" cy="12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Distribución de scores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9" name="Picture 2"/>
          <p:cNvPicPr>
            <a:picLocks noChangeAspect="1"/>
          </p:cNvPicPr>
          <p:nvPr/>
        </p:nvPicPr>
        <p:blipFill>
          <a:blip ns3:embed="Rb7c86ea21b054940"/>
          <a:srcRect l="0" t="0" r="0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6" name="TextBox 3">
            <a:extLst>
              <a:ext uri="{FF2B5EF4-FFF2-40B4-BE49-F238E27FC236}">
                <ns2:creationId id="{D89E5E77-4B58-410D-B4A2-D67E59D88B59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Scores descriptivos; no calibrados ni referidos a personas reales.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303505656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7" name="PlaceHolder 1">
            <a:extLst>
              <a:ext uri="{FF2B5EF4-FFF2-40B4-BE49-F238E27FC236}">
                <ns2:creationId id="{68DF6AE7-B196-4300-BDC9-E0722C6EA25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37200" y="180000"/>
            <a:ext cx="1052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por departamento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2" name="Picture 2"/>
          <p:cNvPicPr>
            <a:picLocks noChangeAspect="1"/>
          </p:cNvPicPr>
          <p:nvPr/>
        </p:nvPicPr>
        <p:blipFill>
          <a:blip ns3:embed="R3bf883589b5d4e97"/>
          <a:srcRect l="0" t="0" r="0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9" name="TextBox 3">
            <a:extLst>
              <a:ext uri="{FF2B5EF4-FFF2-40B4-BE49-F238E27FC236}">
                <ns2:creationId id="{8BD09EE3-65E6-4BF7-8BB4-A3EB9FD7A8CC}"/>
              </a:ext>
            </a:extLst>
          </p:cNvPr>
          <p:cNvSpPr>
            <a:spLocks noGrp="1"/>
          </p:cNvSpPr>
          <p:nvPr/>
        </p:nvSpPr>
        <p:spPr>
          <a:xfrm>
            <a:off x="36000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Datos de ejemplo; asociación descriptiva, no causal.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67269102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80" name="PlaceHolder 1">
            <a:extLst>
              <a:ext uri="{FF2B5EF4-FFF2-40B4-BE49-F238E27FC236}">
                <ns2:creationId id="{34C86444-1BAA-4375-A625-51721868B14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457200" y="180000"/>
            <a:ext cx="1124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y horas extra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5" name="Picture 2"/>
          <p:cNvPicPr>
            <a:picLocks noChangeAspect="1"/>
          </p:cNvPicPr>
          <p:nvPr/>
        </p:nvPicPr>
        <p:blipFill>
          <a:blip ns3:embed="R7c48ea4cf3534abe"/>
          <a:srcRect l="0" t="0" r="0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82" name="TextBox 3">
            <a:extLst>
              <a:ext uri="{FF2B5EF4-FFF2-40B4-BE49-F238E27FC236}">
                <ns2:creationId id="{3DBC67BC-AB62-47CE-B97D-EBE84C4AEF3A}"/>
              </a:ext>
            </a:extLst>
          </p:cNvPr>
          <p:cNvSpPr>
            <a:spLocks noGrp="1"/>
          </p:cNvSpPr>
          <p:nvPr/>
        </p:nvSpPr>
        <p:spPr>
          <a:xfrm>
            <a:off x="26388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Asociación descriptiva; no causal ni aplicable a una plantilla real.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461787212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83" name="PlaceHolder 1">
            <a:extLst>
              <a:ext uri="{FF2B5EF4-FFF2-40B4-BE49-F238E27FC236}">
                <ns2:creationId id="{485DE502-EFBA-44FD-BADB-C6C68143625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817200" y="0"/>
            <a:ext cx="11062800" cy="98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Coeficientes del modelo LogReg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8" name="Picture 2"/>
          <p:cNvPicPr>
            <a:picLocks noChangeAspect="1"/>
          </p:cNvPicPr>
          <p:nvPr/>
        </p:nvPicPr>
        <p:blipFill>
          <a:blip ns3:embed="R8de58a41dc194e52"/>
          <a:srcRect l="0" t="0" r="0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85" name="TextBox 3">
            <a:extLst>
              <a:ext uri="{FF2B5EF4-FFF2-40B4-BE49-F238E27FC236}">
                <ns2:creationId id="{AF3E641E-B559-4B63-B439-358EDFBBC910}"/>
              </a:ext>
            </a:extLst>
          </p:cNvPr>
          <p:cNvSpPr>
            <a:spLocks noGrp="1"/>
          </p:cNvSpPr>
          <p:nvPr/>
        </p:nvSpPr>
        <p:spPr>
          <a:xfrm>
            <a:off x="30204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Asociaciones del modelo; no son efectos causales.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782406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7F62F03-CE33-4FE9-9DF1-F95A7525FF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Limitaciones y siguientes pasos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F0B9206-BCA7-49C5-B770-F20910E47C4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La encuesta de clima es sintética y reproducible; no representa respuestas reales.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Separar conjuntos y protocolos de evaluación de forma reproducible.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Realizar validación independiente y temporal antes de cualquier afirmación predictiva.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Revisar calibración, privacidad y equidad con datos apropiados.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Mantener el proyecto como demostración educativa, sin decisiones laborales.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383974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2026-10-04T17:05:50.5830000Z</dcterms:created>
  <dcterms:modified xsi:type="dcterms:W3CDTF">2026-10-04T17:05:50.5840000Z</dcterms:modified>
</coreProperties>
</file>