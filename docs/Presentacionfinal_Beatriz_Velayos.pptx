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98498b34e104e79" /><Relationship Type="http://schemas.openxmlformats.org/officeDocument/2006/relationships/extended-properties" Target="/docProps/app.xml" Id="Rb930a50b90df4d47" /><Relationship Type="http://schemas.openxmlformats.org/officeDocument/2006/relationships/officeDocument" Target="/ppt/presentation.xml" Id="R3fa7c33c09fa485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2690c94295e4d30"/>
  </p:sldMasterIdLst>
  <p:notesMasterIdLst>
    <p:notesMasterId xmlns:r="http://schemas.openxmlformats.org/officeDocument/2006/relationships" r:id="R3f8e922c0c174ce6"/>
  </p:notesMasterIdLst>
  <p:sldIdLst>
    <p:sldId xmlns:r="http://schemas.openxmlformats.org/officeDocument/2006/relationships" id="256" r:id="R0515cbd4805348c3"/>
    <p:sldId xmlns:r="http://schemas.openxmlformats.org/officeDocument/2006/relationships" id="257" r:id="Re9a46493142b41b4"/>
    <p:sldId xmlns:r="http://schemas.openxmlformats.org/officeDocument/2006/relationships" id="258" r:id="R8d664915d1e44c56"/>
    <p:sldId xmlns:r="http://schemas.openxmlformats.org/officeDocument/2006/relationships" id="259" r:id="Raec4e1197698474e"/>
    <p:sldId xmlns:r="http://schemas.openxmlformats.org/officeDocument/2006/relationships" id="260" r:id="Rd79f369423944e39"/>
    <p:sldId xmlns:r="http://schemas.openxmlformats.org/officeDocument/2006/relationships" id="261" r:id="R9e1c154c05d74144"/>
    <p:sldId xmlns:r="http://schemas.openxmlformats.org/officeDocument/2006/relationships" id="262" r:id="Ra084ce721c2a465a"/>
    <p:sldId xmlns:r="http://schemas.openxmlformats.org/officeDocument/2006/relationships" id="263" r:id="Rb7cb05586f7e410f"/>
    <p:sldId xmlns:r="http://schemas.openxmlformats.org/officeDocument/2006/relationships" id="264" r:id="Rebea183ea7104db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a9a1cb3a13040fb" /><Relationship Type="http://schemas.openxmlformats.org/officeDocument/2006/relationships/slideMaster" Target="/ppt/slideMasters/slideMaster1.xml" Id="Rc2690c94295e4d30" /><Relationship Type="http://schemas.openxmlformats.org/officeDocument/2006/relationships/notesMaster" Target="/ppt/notesMasters/notesMaster1.xml" Id="R3f8e922c0c174ce6" /><Relationship Type="http://schemas.openxmlformats.org/officeDocument/2006/relationships/presProps" Target="/ppt/presProps.xml" Id="R863374490c764eaa" /><Relationship Type="http://schemas.openxmlformats.org/officeDocument/2006/relationships/tableStyles" Target="/ppt/tableStyles.xml" Id="Rba872f9bbc2d405c" /><Relationship Type="http://schemas.openxmlformats.org/officeDocument/2006/relationships/slide" Target="/ppt/slides/slide1.xml" Id="R0515cbd4805348c3" /><Relationship Type="http://schemas.openxmlformats.org/officeDocument/2006/relationships/slide" Target="/ppt/slides/slide2.xml" Id="Re9a46493142b41b4" /><Relationship Type="http://schemas.openxmlformats.org/officeDocument/2006/relationships/slide" Target="/ppt/slides/slide3.xml" Id="R8d664915d1e44c56" /><Relationship Type="http://schemas.openxmlformats.org/officeDocument/2006/relationships/slide" Target="/ppt/slides/slide4.xml" Id="Raec4e1197698474e" /><Relationship Type="http://schemas.openxmlformats.org/officeDocument/2006/relationships/slide" Target="/ppt/slides/slide5.xml" Id="Rd79f369423944e39" /><Relationship Type="http://schemas.openxmlformats.org/officeDocument/2006/relationships/slide" Target="/ppt/slides/slide6.xml" Id="R9e1c154c05d74144" /><Relationship Type="http://schemas.openxmlformats.org/officeDocument/2006/relationships/slide" Target="/ppt/slides/slide7.xml" Id="Ra084ce721c2a465a" /><Relationship Type="http://schemas.openxmlformats.org/officeDocument/2006/relationships/slide" Target="/ppt/slides/slide8.xml" Id="Rb7cb05586f7e410f" /><Relationship Type="http://schemas.openxmlformats.org/officeDocument/2006/relationships/slide" Target="/ppt/slides/slide9.xml" Id="Rebea183ea7104db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81c78b5eeba462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>
          <a:prstDash val="solid"/>
        </a:ln>
        <a:ln w="25400">
          <a:prstDash val="solid"/>
        </a:ln>
        <a:ln w="381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36ab8fde8fc44e0" /><Relationship Type="http://schemas.openxmlformats.org/officeDocument/2006/relationships/notesMaster" Target="/ppt/notesMasters/notesMaster1.xml" Id="Rde26d3eb813a480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0d1edaca0894e31" /><Relationship Type="http://schemas.openxmlformats.org/officeDocument/2006/relationships/notesMaster" Target="/ppt/notesMasters/notesMaster1.xml" Id="R247e8069dec7478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e935a7fe89740db" /><Relationship Type="http://schemas.openxmlformats.org/officeDocument/2006/relationships/notesMaster" Target="/ppt/notesMasters/notesMaster1.xml" Id="R6b31841dd5114f5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9055bd51e7a469d" /><Relationship Type="http://schemas.openxmlformats.org/officeDocument/2006/relationships/notesMaster" Target="/ppt/notesMasters/notesMaster1.xml" Id="R49998d9e5464490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ef74bdeda124b1c" /><Relationship Type="http://schemas.openxmlformats.org/officeDocument/2006/relationships/notesMaster" Target="/ppt/notesMasters/notesMaster1.xml" Id="Rd12419b32d644d7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ca1b0efd40c4245" /><Relationship Type="http://schemas.openxmlformats.org/officeDocument/2006/relationships/notesMaster" Target="/ppt/notesMasters/notesMaster1.xml" Id="Re4463f4198db46e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cdf3274766a45c1" /><Relationship Type="http://schemas.openxmlformats.org/officeDocument/2006/relationships/notesMaster" Target="/ppt/notesMasters/notesMaster1.xml" Id="R5b24e0742aee4d3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0dac4008896479e" /><Relationship Type="http://schemas.openxmlformats.org/officeDocument/2006/relationships/notesMaster" Target="/ppt/notesMasters/notesMaster1.xml" Id="R17bbca07bb4e47b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daa2c63d9504749" /><Relationship Type="http://schemas.openxmlformats.org/officeDocument/2006/relationships/notesMaster" Target="/ppt/notesMasters/notesMaster1.xml" Id="R97044e426b1143f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Proyecto educativo de bootcamp. La encuesta de clima es sintética. Los datos son de ejemplo y el modelo no está validado para uso laboral. No representa un sistema para decidir sobre empleados.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Presentar el alcance académico. Las métricas usan más de un protocolo y no deben compararse como una misma evaluación. No hay umbral operativo ni evidencia de impacto.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La unión se realiza por EmployeeNumber. Evitar asegurar ausencia de errores sin revisar el informe generado. Spark ejecuta por defecto en local[*].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Resultados regenerados con validación cruzada estratificada OOF de cinco particiones. ROC-AUC: LogReg 0,819; RF 0,810; MLP 0,768. F1 y umbral se optimizan sobre las mismas predicciones: resultados exploratorios.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Histograma de scores exportados. No interpretar como probabilidades calibradas ni como riesgo real de personas.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Tasas descriptivas agregadas del conjunto de referencia. No equivalen a hallazgos de la empresa.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Asociación descriptiva. No puede inferirse causalidad a partir de este gráfico.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Coeficientes de la regresión logística para las variables transformadas. Dependientes del preprocesamiento y del conjunto; no son efectos causales.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Limitaciones principales: sin validación independiente de las métricas; conjunto de demostración; métricas exploratorias; sin validación temporal, calibración, ni análisis formal de equidad. No emplear en decisiones de RRHH.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2961da9bf8491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0ca4fc83034a4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4d883ef25141d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9fd3d4d77f4cc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cda36838aa441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ccdeab0d63495f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2f1987f80c477a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3540d74e3f4f20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712434e2d84fa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7e96c5f8f74085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531e7172fa47e6" /></Relationships>
</file>

<file path=ppt/slideLayouts/slideLayout1.xml><?xml version="1.0" encoding="utf-8"?>
<p:sldLayout xmlns:p="http://schemas.openxmlformats.org/presentationml/2006/main" type="title" preserve="1">
  <p:cSld name="Title Slide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7B045BEB-2A0E-4CE6-BB6B-54367B6FD4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2130480"/>
            <a:ext cx="7772040" cy="1469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4400B048-375F-4CCE-8677-D24244CEB6B0}"/>
              </a:ext>
            </a:extLst>
          </p:cNvPr>
          <p:cNvSpPr>
            <a:spLocks xmlns:a="http://schemas.openxmlformats.org/drawingml/2006/main" noGrp="1"/>
          </p:cNvSpPr>
          <p:nvPr>
            <p:ph type="dt" idx="1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4534ED38-BE2E-4097-BF42-7AA9C1DD938A}"/>
              </a:ext>
            </a:extLst>
          </p:cNvPr>
          <p:cNvSpPr>
            <a:spLocks xmlns:a="http://schemas.openxmlformats.org/drawingml/2006/main" noGrp="1"/>
          </p:cNvSpPr>
          <p:nvPr>
            <p:ph type="ftr" idx="2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E1FA4F4A-79B3-4B01-83EB-FC6B69468BEF}"/>
              </a:ext>
            </a:extLst>
          </p:cNvPr>
          <p:cNvSpPr>
            <a:spLocks xmlns:a="http://schemas.openxmlformats.org/drawingml/2006/main" noGrp="1"/>
          </p:cNvSpPr>
          <p:nvPr>
            <p:ph type="sldNum" idx="3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C1F15649-DE97-4D31-AB74-DF95F7F404A2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ED78EDD1-9F93-4766-A3B3-544BB64CE982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08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the outline text format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Outline Level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Sixth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Seventh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</p:cSld>
</p:sldLayout>
</file>

<file path=ppt/slideLayouts/slideLayout2.xml><?xml version="1.0" encoding="utf-8"?>
<p:sldLayout xmlns:p="http://schemas.openxmlformats.org/presentationml/2006/main" type="vertTx" preserve="1">
  <p:cSld name="Title and Vertical Text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C9818B03-43EF-471D-9B0F-806B50EAD56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80"/>
            <a:ext cx="8229240" cy="114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08F42C79-D9B9-4690-810F-822A8E495F0F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57200" y="1600200"/>
            <a:ext cx="8229240" cy="452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vert="eaVert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sz="2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level</a:t>
            </a:r>
            <a:endParaRPr sz="2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level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4F77D8B3-B6C4-49BF-A6ED-3FE7884837C6}"/>
              </a:ext>
            </a:extLst>
          </p:cNvPr>
          <p:cNvSpPr>
            <a:spLocks xmlns:a="http://schemas.openxmlformats.org/drawingml/2006/main" noGrp="1"/>
          </p:cNvSpPr>
          <p:nvPr>
            <p:ph type="dt" idx="4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8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6C489B14-863F-47CC-8615-6159481E6697}"/>
              </a:ext>
            </a:extLst>
          </p:cNvPr>
          <p:cNvSpPr>
            <a:spLocks xmlns:a="http://schemas.openxmlformats.org/drawingml/2006/main" noGrp="1"/>
          </p:cNvSpPr>
          <p:nvPr>
            <p:ph type="ftr" idx="5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9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A9841976-2504-4DC8-AC01-91F582216535}"/>
              </a:ext>
            </a:extLst>
          </p:cNvPr>
          <p:cNvSpPr>
            <a:spLocks xmlns:a="http://schemas.openxmlformats.org/drawingml/2006/main" noGrp="1"/>
          </p:cNvSpPr>
          <p:nvPr>
            <p:ph type="sldNum" idx="6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709F07B7-EBC3-4A18-A366-933C874466B9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</p:sldLayout>
</file>

<file path=ppt/slideLayouts/slideLayout3.xml><?xml version="1.0" encoding="utf-8"?>
<p:sldLayout xmlns:p="http://schemas.openxmlformats.org/presentationml/2006/main" type="vertTitleAndTx" preserve="1">
  <p:cSld name="Vertical Title and Text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25CB3FCA-F927-42AD-B435-F5CA19FF271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80"/>
            <a:ext cx="2057040" cy="5851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vert="eaVert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8797F264-EB23-43F7-BE6E-A83A74F05C76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57200" y="274680"/>
            <a:ext cx="6019560" cy="5851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vert="eaVert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sz="2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level</a:t>
            </a:r>
            <a:endParaRPr sz="2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level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D9C3D623-7E4C-4D4F-824F-A46044981564}"/>
              </a:ext>
            </a:extLst>
          </p:cNvPr>
          <p:cNvSpPr>
            <a:spLocks xmlns:a="http://schemas.openxmlformats.org/drawingml/2006/main" noGrp="1"/>
          </p:cNvSpPr>
          <p:nvPr>
            <p:ph type="dt" idx="7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3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0EB213CB-45ED-4265-8C41-9E860FD5EBEC}"/>
              </a:ext>
            </a:extLst>
          </p:cNvPr>
          <p:cNvSpPr>
            <a:spLocks xmlns:a="http://schemas.openxmlformats.org/drawingml/2006/main" noGrp="1"/>
          </p:cNvSpPr>
          <p:nvPr>
            <p:ph type="ftr" idx="8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4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F965281D-21E0-445E-99DC-518C9F0DCA75}"/>
              </a:ext>
            </a:extLst>
          </p:cNvPr>
          <p:cNvSpPr>
            <a:spLocks xmlns:a="http://schemas.openxmlformats.org/drawingml/2006/main" noGrp="1"/>
          </p:cNvSpPr>
          <p:nvPr>
            <p:ph type="sldNum" idx="9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3992E60D-EFD5-41CD-9019-06F17E86CF44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</p:sldLayout>
</file>

<file path=ppt/slideLayouts/slideLayout4.xml><?xml version="1.0" encoding="utf-8"?>
<p:sldLayout xmlns:p="http://schemas.openxmlformats.org/presentationml/2006/main" type="obj" preserve="1">
  <p:cSld name="Title and Content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5CFB4A70-63BE-4A86-A10C-127F6FC5197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80"/>
            <a:ext cx="8229240" cy="114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6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BD98FA3C-7042-403B-B90B-40EBE66E00AF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57200" y="1600200"/>
            <a:ext cx="8229240" cy="452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sz="2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level</a:t>
            </a:r>
            <a:endParaRPr sz="2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level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1B205F6A-5C20-4B77-95E7-B2740AD564E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8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3B5B0793-ADFF-4280-B6C3-066C6341DFF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9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651BCD72-C350-45DE-A806-71B42B5776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8C8D860B-5ABB-4C55-8043-68CB8500841E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</p:sldLayout>
</file>

<file path=ppt/slideLayouts/slideLayout5.xml><?xml version="1.0" encoding="utf-8"?>
<p:sldLayout xmlns:p="http://schemas.openxmlformats.org/presentationml/2006/main" type="blank" preserve="1">
  <p:cSld name="Section Header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D0961491-152E-47B4-939A-009EC00CFBC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160" y="4406760"/>
            <a:ext cx="7772040" cy="136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4000" b="1" u="none" cap="all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4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1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716C0524-F074-4195-9ABC-98B9DE1701FE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722160" y="2906640"/>
            <a:ext cx="7772040" cy="1499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sz="20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2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AE8FA829-DDDE-4DF0-BE5F-C05B90E155E9}"/>
              </a:ext>
            </a:extLst>
          </p:cNvPr>
          <p:cNvSpPr>
            <a:spLocks xmlns:a="http://schemas.openxmlformats.org/drawingml/2006/main" noGrp="1"/>
          </p:cNvSpPr>
          <p:nvPr>
            <p:ph type="dt" idx="13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3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8986A44C-CCF3-4C02-A767-0AE0F7065A81}"/>
              </a:ext>
            </a:extLst>
          </p:cNvPr>
          <p:cNvSpPr>
            <a:spLocks xmlns:a="http://schemas.openxmlformats.org/drawingml/2006/main" noGrp="1"/>
          </p:cNvSpPr>
          <p:nvPr>
            <p:ph type="ftr" idx="14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4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CB575852-B480-47B1-AF79-D344823E13F2}"/>
              </a:ext>
            </a:extLst>
          </p:cNvPr>
          <p:cNvSpPr>
            <a:spLocks xmlns:a="http://schemas.openxmlformats.org/drawingml/2006/main" noGrp="1"/>
          </p:cNvSpPr>
          <p:nvPr>
            <p:ph type="sldNum" idx="15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EAE19106-4133-4231-94FB-64473ACB2E53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</p:sldLayout>
</file>

<file path=ppt/slideLayouts/slideLayout6.xml><?xml version="1.0" encoding="utf-8"?>
<p:sldLayout xmlns:p="http://schemas.openxmlformats.org/presentationml/2006/main" type="twoObj" preserve="1">
  <p:cSld name="Two Content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114DD276-B803-4018-91E0-6BB80ECF40F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80"/>
            <a:ext cx="8229240" cy="114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6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9A342F0D-6E83-4C7E-BC83-B1FBDB4CD403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57200" y="1600200"/>
            <a:ext cx="4038120" cy="452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sz="2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2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level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level</a:t>
            </a:r>
            <a:endParaRPr sz="1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level</a:t>
            </a:r>
            <a:endParaRPr sz="1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7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5CFBB45A-9C1D-4EF6-B98A-7BF8BB6C7193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648320" y="1600200"/>
            <a:ext cx="4038120" cy="452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sz="2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2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level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level</a:t>
            </a:r>
            <a:endParaRPr sz="1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level</a:t>
            </a:r>
            <a:endParaRPr sz="1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8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6671C9BC-98B0-4862-A610-93A68CF4EEC3}"/>
              </a:ext>
            </a:extLst>
          </p:cNvPr>
          <p:cNvSpPr>
            <a:spLocks xmlns:a="http://schemas.openxmlformats.org/drawingml/2006/main" noGrp="1"/>
          </p:cNvSpPr>
          <p:nvPr>
            <p:ph type="dt" idx="16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9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0CBBAF7F-CBAB-41BA-9AAB-0F505B8FE1FF}"/>
              </a:ext>
            </a:extLst>
          </p:cNvPr>
          <p:cNvSpPr>
            <a:spLocks xmlns:a="http://schemas.openxmlformats.org/drawingml/2006/main" noGrp="1"/>
          </p:cNvSpPr>
          <p:nvPr>
            <p:ph type="ftr" idx="17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0" name="PlaceHolder 6">
            <a:extLst xmlns:a="http://schemas.openxmlformats.org/drawingml/2006/main">
              <a:ext uri="{FF2B5EF4-FFF2-40B4-BE49-F238E27FC236}">
                <a16:creationId xmlns:a16="http://schemas.microsoft.com/office/drawing/2014/main" id="{5784BFED-57F1-4653-971E-7CF94B264116}"/>
              </a:ext>
            </a:extLst>
          </p:cNvPr>
          <p:cNvSpPr>
            <a:spLocks xmlns:a="http://schemas.openxmlformats.org/drawingml/2006/main" noGrp="1"/>
          </p:cNvSpPr>
          <p:nvPr>
            <p:ph type="sldNum" idx="18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00A58784-66A9-47C0-9CF9-FDDB1C8BC581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Comparison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3680C123-FAA4-448A-8E22-53E10D920A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80"/>
            <a:ext cx="8229240" cy="114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2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1CC5637D-13A3-4136-90D9-F6F6CD6DBDC3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57200" y="1535040"/>
            <a:ext cx="403992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sz="2400" b="1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3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36AC343F-E878-406D-A471-FA1D781A4592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57200" y="2174760"/>
            <a:ext cx="4039920" cy="395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level</a:t>
            </a:r>
            <a:endParaRPr sz="1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sz="16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level</a:t>
            </a:r>
            <a:endParaRPr sz="16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sz="16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level</a:t>
            </a:r>
            <a:endParaRPr sz="16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4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5125F616-3D28-43B6-ABEC-D237CB2CD029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645080" y="1535040"/>
            <a:ext cx="404136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sz="2400" b="1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5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87BF1A16-8608-4169-BE57-69C17805DAD6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645080" y="2174760"/>
            <a:ext cx="4041360" cy="395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level</a:t>
            </a:r>
            <a:endParaRPr sz="1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sz="16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level</a:t>
            </a:r>
            <a:endParaRPr sz="16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sz="16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level</a:t>
            </a:r>
            <a:endParaRPr sz="16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6" name="PlaceHolder 6">
            <a:extLst xmlns:a="http://schemas.openxmlformats.org/drawingml/2006/main">
              <a:ext uri="{FF2B5EF4-FFF2-40B4-BE49-F238E27FC236}">
                <a16:creationId xmlns:a16="http://schemas.microsoft.com/office/drawing/2014/main" id="{41B7E583-6E2A-4252-ACFE-704DB359FB22}"/>
              </a:ext>
            </a:extLst>
          </p:cNvPr>
          <p:cNvSpPr>
            <a:spLocks xmlns:a="http://schemas.openxmlformats.org/drawingml/2006/main" noGrp="1"/>
          </p:cNvSpPr>
          <p:nvPr>
            <p:ph type="dt" idx="19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7" name="PlaceHolder 7">
            <a:extLst xmlns:a="http://schemas.openxmlformats.org/drawingml/2006/main">
              <a:ext uri="{FF2B5EF4-FFF2-40B4-BE49-F238E27FC236}">
                <a16:creationId xmlns:a16="http://schemas.microsoft.com/office/drawing/2014/main" id="{5A0CAC17-B7AE-456F-A878-2AC74A583D11}"/>
              </a:ext>
            </a:extLst>
          </p:cNvPr>
          <p:cNvSpPr>
            <a:spLocks xmlns:a="http://schemas.openxmlformats.org/drawingml/2006/main" noGrp="1"/>
          </p:cNvSpPr>
          <p:nvPr>
            <p:ph type="ftr" idx="20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8" name="PlaceHolder 8">
            <a:extLst xmlns:a="http://schemas.openxmlformats.org/drawingml/2006/main">
              <a:ext uri="{FF2B5EF4-FFF2-40B4-BE49-F238E27FC236}">
                <a16:creationId xmlns:a16="http://schemas.microsoft.com/office/drawing/2014/main" id="{47DA26AF-F12C-49F1-B75B-09840EA8AF98}"/>
              </a:ext>
            </a:extLst>
          </p:cNvPr>
          <p:cNvSpPr>
            <a:spLocks xmlns:a="http://schemas.openxmlformats.org/drawingml/2006/main" noGrp="1"/>
          </p:cNvSpPr>
          <p:nvPr>
            <p:ph type="sldNum" idx="21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335B3173-9225-43C2-B209-5B9A286072F3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</p:sldLayout>
</file>

<file path=ppt/slideLayouts/slideLayout8.xml><?xml version="1.0" encoding="utf-8"?>
<p:sldLayout xmlns:p="http://schemas.openxmlformats.org/presentationml/2006/main" type="titleOnly" preserve="1">
  <p:cSld name="Title Only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53763E7A-8BDF-42FF-B600-BE66D1690FA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80"/>
            <a:ext cx="8229240" cy="114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0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B0771A9F-5E40-4573-9443-2E1F837034F5}"/>
              </a:ext>
            </a:extLst>
          </p:cNvPr>
          <p:cNvSpPr>
            <a:spLocks xmlns:a="http://schemas.openxmlformats.org/drawingml/2006/main" noGrp="1"/>
          </p:cNvSpPr>
          <p:nvPr>
            <p:ph type="dt" idx="22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1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943924D9-BC3D-45AF-B5D7-5C4EC3730B0E}"/>
              </a:ext>
            </a:extLst>
          </p:cNvPr>
          <p:cNvSpPr>
            <a:spLocks xmlns:a="http://schemas.openxmlformats.org/drawingml/2006/main" noGrp="1"/>
          </p:cNvSpPr>
          <p:nvPr>
            <p:ph type="ftr" idx="23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2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64D75C19-8865-496F-AD4D-BC0B9D7007B0}"/>
              </a:ext>
            </a:extLst>
          </p:cNvPr>
          <p:cNvSpPr>
            <a:spLocks xmlns:a="http://schemas.openxmlformats.org/drawingml/2006/main" noGrp="1"/>
          </p:cNvSpPr>
          <p:nvPr>
            <p:ph type="sldNum" idx="24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1B541422-026A-41A2-BAA3-EBC9553034F4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3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D8E7E9AB-CCF8-494D-ABFF-C27AC1377C7E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08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the outline text format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Outline Level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Sixth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Seventh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</p:cSld>
</p:sldLayout>
</file>

<file path=ppt/slideLayouts/slideLayout9.xml><?xml version="1.0" encoding="utf-8"?>
<p:sldLayout xmlns:p="http://schemas.openxmlformats.org/presentationml/2006/main" type="blank" preserve="1">
  <p:cSld name="Blank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88EE9F77-FF91-4B8B-96EF-F856024B6530}"/>
              </a:ext>
            </a:extLst>
          </p:cNvPr>
          <p:cNvSpPr>
            <a:spLocks xmlns:a="http://schemas.openxmlformats.org/drawingml/2006/main" noGrp="1"/>
          </p:cNvSpPr>
          <p:nvPr>
            <p:ph type="dt" idx="25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5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16DAC5DA-04CD-4738-B270-588C2F4099D9}"/>
              </a:ext>
            </a:extLst>
          </p:cNvPr>
          <p:cNvSpPr>
            <a:spLocks xmlns:a="http://schemas.openxmlformats.org/drawingml/2006/main" noGrp="1"/>
          </p:cNvSpPr>
          <p:nvPr>
            <p:ph type="ftr" idx="26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6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7AA15843-A8B0-48E9-8A97-4117540375DF}"/>
              </a:ext>
            </a:extLst>
          </p:cNvPr>
          <p:cNvSpPr>
            <a:spLocks xmlns:a="http://schemas.openxmlformats.org/drawingml/2006/main" noGrp="1"/>
          </p:cNvSpPr>
          <p:nvPr>
            <p:ph type="sldNum" idx="27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7DBD564E-998E-4A3F-9B53-86B1A84650EE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</p:sldLayout>
</file>

<file path=ppt/slideLayouts/slideLayout10.xml><?xml version="1.0" encoding="utf-8"?>
<p:sldLayout xmlns:p="http://schemas.openxmlformats.org/presentationml/2006/main" type="blank" preserve="1">
  <p:cSld name="Content with Caption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0CC96145-5E18-442F-8206-8CCBE259682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2880"/>
            <a:ext cx="3007800" cy="1161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2000" b="1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8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88FCCA03-DC70-43F0-B211-D832220AB5DE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3575160" y="272880"/>
            <a:ext cx="5111280" cy="585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sz="2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level</a:t>
            </a:r>
            <a:endParaRPr sz="2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level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9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B0C6F7FF-79BE-46BA-A83C-A90E3D078A39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57200" y="1434960"/>
            <a:ext cx="3007800" cy="469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sz="1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1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0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2D490194-C936-4503-BD7F-114BFB17D8DA}"/>
              </a:ext>
            </a:extLst>
          </p:cNvPr>
          <p:cNvSpPr>
            <a:spLocks xmlns:a="http://schemas.openxmlformats.org/drawingml/2006/main" noGrp="1"/>
          </p:cNvSpPr>
          <p:nvPr>
            <p:ph type="dt" idx="28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51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0BF7F858-C3B5-46C4-A560-1F4AAAB55EDF}"/>
              </a:ext>
            </a:extLst>
          </p:cNvPr>
          <p:cNvSpPr>
            <a:spLocks xmlns:a="http://schemas.openxmlformats.org/drawingml/2006/main" noGrp="1"/>
          </p:cNvSpPr>
          <p:nvPr>
            <p:ph type="ftr" idx="29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52" name="PlaceHolder 6">
            <a:extLst xmlns:a="http://schemas.openxmlformats.org/drawingml/2006/main">
              <a:ext uri="{FF2B5EF4-FFF2-40B4-BE49-F238E27FC236}">
                <a16:creationId xmlns:a16="http://schemas.microsoft.com/office/drawing/2014/main" id="{F8ADE7F9-C0F9-4A6D-B40F-06A871881BE2}"/>
              </a:ext>
            </a:extLst>
          </p:cNvPr>
          <p:cNvSpPr>
            <a:spLocks xmlns:a="http://schemas.openxmlformats.org/drawingml/2006/main" noGrp="1"/>
          </p:cNvSpPr>
          <p:nvPr>
            <p:ph type="sldNum" idx="30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E9DCBC23-3989-4AE8-8C0A-65784AA9C6E3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</p:sldLayout>
</file>

<file path=ppt/slideLayouts/slideLayout11.xml><?xml version="1.0" encoding="utf-8"?>
<p:sldLayout xmlns:p="http://schemas.openxmlformats.org/presentationml/2006/main" type="blank" preserve="1">
  <p:cSld name="Picture with Caption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B0C4AF98-3128-411F-810B-BA781B94E9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440" y="4800600"/>
            <a:ext cx="5486040" cy="566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2000" b="1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4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6A23D7E5-3E3C-43B6-81C3-F4192842F55A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1792440" y="612720"/>
            <a:ext cx="5486040" cy="4114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the outline text format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Outline Level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Outline Level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Outline Level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Outline Level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Sixth Outline Level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Seventh Outline Level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5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CB590483-0173-4F5A-A9DB-A1697C5705DA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1792440" y="5367240"/>
            <a:ext cx="5486040" cy="80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sz="1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1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6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FFCDFBF4-C5D0-486D-ACE0-36AACB5416C5}"/>
              </a:ext>
            </a:extLst>
          </p:cNvPr>
          <p:cNvSpPr>
            <a:spLocks xmlns:a="http://schemas.openxmlformats.org/drawingml/2006/main" noGrp="1"/>
          </p:cNvSpPr>
          <p:nvPr>
            <p:ph type="dt" idx="31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57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7AB82F94-296D-4143-80A5-113DD2E90BCF}"/>
              </a:ext>
            </a:extLst>
          </p:cNvPr>
          <p:cNvSpPr>
            <a:spLocks xmlns:a="http://schemas.openxmlformats.org/drawingml/2006/main" noGrp="1"/>
          </p:cNvSpPr>
          <p:nvPr>
            <p:ph type="ftr" idx="32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58" name="PlaceHolder 6">
            <a:extLst xmlns:a="http://schemas.openxmlformats.org/drawingml/2006/main">
              <a:ext uri="{FF2B5EF4-FFF2-40B4-BE49-F238E27FC236}">
                <a16:creationId xmlns:a16="http://schemas.microsoft.com/office/drawing/2014/main" id="{7A44C1D1-164F-4C15-8894-A44C7F4732EE}"/>
              </a:ext>
            </a:extLst>
          </p:cNvPr>
          <p:cNvSpPr>
            <a:spLocks xmlns:a="http://schemas.openxmlformats.org/drawingml/2006/main" noGrp="1"/>
          </p:cNvSpPr>
          <p:nvPr>
            <p:ph type="sldNum" idx="33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98B274AD-299F-487E-9729-FFC20C074CAD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4b216d80aa7487d" /><Relationship Type="http://schemas.openxmlformats.org/officeDocument/2006/relationships/slideLayout" Target="/ppt/slideLayouts/slideLayout1.xml" Id="R9a7e9b45be69455f" /><Relationship Type="http://schemas.openxmlformats.org/officeDocument/2006/relationships/slideLayout" Target="/ppt/slideLayouts/slideLayout2.xml" Id="Ra9698adb96ce4be9" /><Relationship Type="http://schemas.openxmlformats.org/officeDocument/2006/relationships/slideLayout" Target="/ppt/slideLayouts/slideLayout3.xml" Id="Rf6dba9bbe3dc49d2" /><Relationship Type="http://schemas.openxmlformats.org/officeDocument/2006/relationships/slideLayout" Target="/ppt/slideLayouts/slideLayout4.xml" Id="Raa421203e92142b2" /><Relationship Type="http://schemas.openxmlformats.org/officeDocument/2006/relationships/slideLayout" Target="/ppt/slideLayouts/slideLayout5.xml" Id="R0a8787cfcdaa43cd" /><Relationship Type="http://schemas.openxmlformats.org/officeDocument/2006/relationships/slideLayout" Target="/ppt/slideLayouts/slideLayout6.xml" Id="Rcb1b06b266b94c09" /><Relationship Type="http://schemas.openxmlformats.org/officeDocument/2006/relationships/slideLayout" Target="/ppt/slideLayouts/slideLayout7.xml" Id="R993593165a294e87" /><Relationship Type="http://schemas.openxmlformats.org/officeDocument/2006/relationships/slideLayout" Target="/ppt/slideLayouts/slideLayout8.xml" Id="Rb9a8857a107142e9" /><Relationship Type="http://schemas.openxmlformats.org/officeDocument/2006/relationships/slideLayout" Target="/ppt/slideLayouts/slideLayout9.xml" Id="R5722ce4665494e32" /><Relationship Type="http://schemas.openxmlformats.org/officeDocument/2006/relationships/slideLayout" Target="/ppt/slideLayouts/slideLayout10.xml" Id="R544d0a3ea5804800" /><Relationship Type="http://schemas.openxmlformats.org/officeDocument/2006/relationships/slideLayout" Target="/ppt/slideLayouts/slideLayout11.xml" Id="Rb295170fe88845fd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a7e9b45be69455f"/>
    <p:sldLayoutId xmlns:r="http://schemas.openxmlformats.org/officeDocument/2006/relationships" id="2147483650" r:id="Ra9698adb96ce4be9"/>
    <p:sldLayoutId xmlns:r="http://schemas.openxmlformats.org/officeDocument/2006/relationships" id="2147483651" r:id="Rf6dba9bbe3dc49d2"/>
    <p:sldLayoutId xmlns:r="http://schemas.openxmlformats.org/officeDocument/2006/relationships" id="2147483652" r:id="Raa421203e92142b2"/>
    <p:sldLayoutId xmlns:r="http://schemas.openxmlformats.org/officeDocument/2006/relationships" id="2147483653" r:id="R0a8787cfcdaa43cd"/>
    <p:sldLayoutId xmlns:r="http://schemas.openxmlformats.org/officeDocument/2006/relationships" id="2147483654" r:id="Rcb1b06b266b94c09"/>
    <p:sldLayoutId xmlns:r="http://schemas.openxmlformats.org/officeDocument/2006/relationships" id="2147483655" r:id="R993593165a294e87"/>
    <p:sldLayoutId xmlns:r="http://schemas.openxmlformats.org/officeDocument/2006/relationships" id="2147483656" r:id="Rb9a8857a107142e9"/>
    <p:sldLayoutId xmlns:r="http://schemas.openxmlformats.org/officeDocument/2006/relationships" id="2147483657" r:id="R5722ce4665494e32"/>
    <p:sldLayoutId xmlns:r="http://schemas.openxmlformats.org/officeDocument/2006/relationships" id="2147483658" r:id="R544d0a3ea5804800"/>
    <p:sldLayoutId xmlns:r="http://schemas.openxmlformats.org/officeDocument/2006/relationships" id="2147483659" r:id="Rb295170fe88845fd"/>
  </p:sldLayoutIdLst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>
          <a:prstDash val="solid"/>
        </a:ln>
        <a:ln w="25400">
          <a:prstDash val="solid"/>
        </a:ln>
        <a:ln w="381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0767c878da49cd" /><Relationship Type="http://schemas.openxmlformats.org/officeDocument/2006/relationships/notesSlide" Target="/ppt/notesSlides/notesSlide1.xml" Id="R723a86e4c2cc40b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c1735a2ebd994d16" /><Relationship Type="http://schemas.openxmlformats.org/officeDocument/2006/relationships/notesSlide" Target="/ppt/notesSlides/notesSlide2.xml" Id="Rc022de24dc1f447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4faf5f36ee934a3b" /><Relationship Type="http://schemas.openxmlformats.org/officeDocument/2006/relationships/notesSlide" Target="/ppt/notesSlides/notesSlide3.xml" Id="R7972e17872364e8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68b8aef03b6d4329" /><Relationship Type="http://schemas.openxmlformats.org/officeDocument/2006/relationships/image" Target="/ppt/media/image.png" Id="Rd287d0089f194840" /><Relationship Type="http://schemas.openxmlformats.org/officeDocument/2006/relationships/notesSlide" Target="/ppt/notesSlides/notesSlide4.xml" Id="R01a8428b4fb1415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7c1f84f634ea4ff6" /><Relationship Type="http://schemas.openxmlformats.org/officeDocument/2006/relationships/image" Target="/ppt/media/image2.png" Id="R8ed1848927bb4062" /><Relationship Type="http://schemas.openxmlformats.org/officeDocument/2006/relationships/notesSlide" Target="/ppt/notesSlides/notesSlide5.xml" Id="R8e238dc1ccc4446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5e6d9363cd844412" /><Relationship Type="http://schemas.openxmlformats.org/officeDocument/2006/relationships/image" Target="/ppt/media/image3.png" Id="R4a578b1edecf48a6" /><Relationship Type="http://schemas.openxmlformats.org/officeDocument/2006/relationships/notesSlide" Target="/ppt/notesSlides/notesSlide6.xml" Id="Ra9e5540a7ddf462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6095eae0cda6457e" /><Relationship Type="http://schemas.openxmlformats.org/officeDocument/2006/relationships/image" Target="/ppt/media/image4.png" Id="R22d906f4f43e4ffd" /><Relationship Type="http://schemas.openxmlformats.org/officeDocument/2006/relationships/notesSlide" Target="/ppt/notesSlides/notesSlide7.xml" Id="R38181dbbc96744f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a2186aa317fe49f2" /><Relationship Type="http://schemas.openxmlformats.org/officeDocument/2006/relationships/image" Target="/ppt/media/image5.png" Id="Rdf0a28d1f8334f7d" /><Relationship Type="http://schemas.openxmlformats.org/officeDocument/2006/relationships/notesSlide" Target="/ppt/notesSlides/notesSlide8.xml" Id="Ra5bcf6dac02b4fa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3bb044a93cf04a1a" /><Relationship Type="http://schemas.openxmlformats.org/officeDocument/2006/relationships/notesSlide" Target="/ppt/notesSlides/notesSlide9.xml" Id="Rb301a9dae0144ac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5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D23A367D-FD84-49F8-AF2D-0779481DBA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2130480"/>
            <a:ext cx="7772040" cy="1469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Predicción de rotación de empleados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6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3C53B876-F98F-455F-8CFD-759CAEFF3F88}"/>
              </a:ext>
            </a:extLst>
          </p:cNvPr>
          <p:cNvSpPr>
            <a:spLocks xmlns:a="http://schemas.openxmlformats.org/drawingml/2006/main" noGrp="1"/>
          </p:cNvSpPr>
          <p:nvPr>
            <p:ph type="subTitle" idx="0"/>
          </p:nvPr>
        </p:nvSpPr>
        <p:spPr>
          <a:xfrm xmlns:a="http://schemas.openxmlformats.org/drawingml/2006/main">
            <a:off x="1371600" y="3886200"/>
            <a:ext cx="6400440" cy="1752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sz="3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Proyecto educativo · PySpark · scikit-learn · Power BI</a:t>
            </a:r>
            <a:endParaRPr sz="3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7925070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53A80CDC-29D0-442F-8406-74BEDDE2A96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80"/>
            <a:ext cx="8229240" cy="114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Alcance del proyecto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8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7A351A14-C962-45F2-863E-8C30FDD9AA81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457200" y="1600200"/>
            <a:ext cx="8229240" cy="452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Ejercicio académico de clasificación binaria con datos de ejemplo.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Integración y preparación con PySpark; evaluación con scikit-learn.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Comparación exploratoria de Regresión Logística, Random Forest y MLP.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Validación cruzada y partición holdout aparecen en resultados distintos.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Prototipo Power BI y visualizaciones descriptivas.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Sin uso operativo ni decisiones sobre empleados.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9111308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9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6AB6FCB5-5C27-4A40-86A2-B59AFB49E51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80"/>
            <a:ext cx="8229240" cy="114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Flujo de trabajo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0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4842B893-A08C-465F-AA27-8DC6A08487EA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457200" y="1600200"/>
            <a:ext cx="8229240" cy="452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• Comprobaciones de calidad y unión por EmployeeNumber.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• ETL con PySpark y creación de variables derivadas.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• Modelado con regresión logística, Random Forest y MLP.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• Métricas: ROC-AUC, PR-AUC y F1; protocolos documentados por separado.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• Exportación de artefactos para análisis educativo.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• No es un modelo validado para una organización real.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34375338"/>
      </p:ext>
    </p:extLst>
  </p:cSld>
</p:sld>
</file>

<file path=ppt/slides/slide4.xml><?xml version="1.0" encoding="utf-8"?>
<p:sld xmlns:a="http://schemas.openxmlformats.org/drawingml/2006/main" xmlns:ns2="http://schemas.microsoft.com/office/drawing/2014/main" xmlns:ns3="http://schemas.openxmlformats.org/officeDocument/2006/relationships" xmlns:ns4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71" name="PlaceHolder 1">
            <a:extLst>
              <a:ext uri="{FF2B5EF4-FFF2-40B4-BE49-F238E27FC236}">
                <ns2:creationId id="{65E0130A-3CA4-4060-A9FD-904D0A35ECFA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1620000" y="11736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Métricas exploratorias · LogReg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76" name="Picture 2"/>
          <p:cNvPicPr>
            <a:picLocks noChangeAspect="1"/>
          </p:cNvPicPr>
          <p:nvPr/>
        </p:nvPicPr>
        <p:blipFill>
          <a:blip ns3:embed="Rd287d0089f194840"/>
          <a:srcRect l="10091" t="0" r="10091" b="0"/>
          <a:stretch>
            <a:fillRect l="0" t="0" r="0" b="0"/>
          </a:stretch>
        </p:blipFill>
        <p:spPr>
          <a:xfrm>
            <a:off x="2552700" y="960000"/>
            <a:ext cx="7086600" cy="5011000"/>
          </a:xfrm>
          <a:prstGeom prst="rect">
            <a:avLst/>
          </a:prstGeom>
          <a:ln w="0">
            <a:noFill/>
          </a:ln>
        </p:spPr>
      </p:pic>
      <p:sp>
        <p:nvSpPr>
          <p:cNvPr id="73" name="TextBox 3">
            <a:extLst>
              <a:ext uri="{FF2B5EF4-FFF2-40B4-BE49-F238E27FC236}">
                <ns2:creationId id="{D179EA43-F748-45D7-9F30-071F40E196A0}"/>
              </a:ext>
            </a:extLst>
          </p:cNvPr>
          <p:cNvSpPr>
            <a:spLocks noGrp="1"/>
          </p:cNvSpPr>
          <p:nvPr/>
        </p:nvSpPr>
        <p:spPr>
          <a:xfrm>
            <a:off x="365760" y="6263640"/>
            <a:ext cx="11459880" cy="38404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  <a:buNone/>
            </a:pPr>
            <a:r>
              <a:rPr sz="1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CV OOF (5 particiones): ROC-AUC 0,819 · PR-AUC 0,552 · F1* 0,533. *Umbral optimizado en las mismas predicciones.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ns4:creationId val="1507152452"/>
      </p:ext>
    </p:extLst>
  </p:cSld>
</p:sld>
</file>

<file path=ppt/slides/slide5.xml><?xml version="1.0" encoding="utf-8"?>
<p:sld xmlns:a="http://schemas.openxmlformats.org/drawingml/2006/main" xmlns:ns2="http://schemas.microsoft.com/office/drawing/2014/main" xmlns:ns3="http://schemas.openxmlformats.org/officeDocument/2006/relationships" xmlns:ns4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74" name="PlaceHolder 1">
            <a:extLst>
              <a:ext uri="{FF2B5EF4-FFF2-40B4-BE49-F238E27FC236}">
                <ns2:creationId id="{2D52C905-F951-4F11-BF40-C3409FEC2BF8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507960" y="131400"/>
            <a:ext cx="11242800" cy="126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Distribución de scores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79" name="Picture 2"/>
          <p:cNvPicPr>
            <a:picLocks noChangeAspect="1"/>
          </p:cNvPicPr>
          <p:nvPr/>
        </p:nvPicPr>
        <p:blipFill>
          <a:blip ns3:embed="R8ed1848927bb4062"/>
          <a:srcRect l="0" t="2" r="0" b="2"/>
          <a:stretch>
            <a:fillRect l="0" t="0" r="0" b="0"/>
          </a:stretch>
        </p:blipFill>
        <p:spPr>
          <a:xfrm>
            <a:off x="2552700" y="960000"/>
            <a:ext cx="7086600" cy="5011000"/>
          </a:xfrm>
          <a:prstGeom prst="rect">
            <a:avLst/>
          </a:prstGeom>
          <a:ln w="0">
            <a:noFill/>
          </a:ln>
        </p:spPr>
      </p:pic>
      <p:sp>
        <p:nvSpPr>
          <p:cNvPr id="76" name="TextBox 3">
            <a:extLst>
              <a:ext uri="{FF2B5EF4-FFF2-40B4-BE49-F238E27FC236}">
                <ns2:creationId id="{D89E5E77-4B58-410D-B4A2-D67E59D88B59}"/>
              </a:ext>
            </a:extLst>
          </p:cNvPr>
          <p:cNvSpPr>
            <a:spLocks noGrp="1"/>
          </p:cNvSpPr>
          <p:nvPr/>
        </p:nvSpPr>
        <p:spPr>
          <a:xfrm>
            <a:off x="365760" y="6263640"/>
            <a:ext cx="11459880" cy="38404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  <a:buNone/>
            </a:pPr>
            <a:r>
              <a:rPr sz="1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Scores descriptivos; no calibrados ni referidos a personas reales.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ns4:creationId val="303505656"/>
      </p:ext>
    </p:extLst>
  </p:cSld>
</p:sld>
</file>

<file path=ppt/slides/slide6.xml><?xml version="1.0" encoding="utf-8"?>
<p:sld xmlns:a="http://schemas.openxmlformats.org/drawingml/2006/main" xmlns:ns2="http://schemas.microsoft.com/office/drawing/2014/main" xmlns:ns3="http://schemas.openxmlformats.org/officeDocument/2006/relationships" xmlns:ns4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77" name="PlaceHolder 1">
            <a:extLst>
              <a:ext uri="{FF2B5EF4-FFF2-40B4-BE49-F238E27FC236}">
                <ns2:creationId id="{68DF6AE7-B196-4300-BDC9-E0722C6EA253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37200" y="180000"/>
            <a:ext cx="10522800" cy="805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Rotación observada por departamento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82" name="Picture 2"/>
          <p:cNvPicPr>
            <a:picLocks noChangeAspect="1"/>
          </p:cNvPicPr>
          <p:nvPr/>
        </p:nvPicPr>
        <p:blipFill>
          <a:blip ns3:embed="R4a578b1edecf48a6"/>
          <a:srcRect l="0" t="2" r="0" b="2"/>
          <a:stretch>
            <a:fillRect l="0" t="0" r="0" b="0"/>
          </a:stretch>
        </p:blipFill>
        <p:spPr>
          <a:xfrm>
            <a:off x="2552700" y="960000"/>
            <a:ext cx="7086600" cy="5011000"/>
          </a:xfrm>
          <a:prstGeom prst="rect">
            <a:avLst/>
          </a:prstGeom>
          <a:ln w="0">
            <a:noFill/>
          </a:ln>
        </p:spPr>
      </p:pic>
      <p:sp>
        <p:nvSpPr>
          <p:cNvPr id="79" name="TextBox 3">
            <a:extLst>
              <a:ext uri="{FF2B5EF4-FFF2-40B4-BE49-F238E27FC236}">
                <ns2:creationId id="{8BD09EE3-65E6-4BF7-8BB4-A3EB9FD7A8CC}"/>
              </a:ext>
            </a:extLst>
          </p:cNvPr>
          <p:cNvSpPr>
            <a:spLocks noGrp="1"/>
          </p:cNvSpPr>
          <p:nvPr/>
        </p:nvSpPr>
        <p:spPr>
          <a:xfrm>
            <a:off x="360000" y="6263640"/>
            <a:ext cx="11459880" cy="38404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  <a:buNone/>
            </a:pPr>
            <a:r>
              <a:rPr sz="1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Datos de ejemplo; asociación descriptiva, no causal.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ns4:creationId val="1672691024"/>
      </p:ext>
    </p:extLst>
  </p:cSld>
</p:sld>
</file>

<file path=ppt/slides/slide7.xml><?xml version="1.0" encoding="utf-8"?>
<p:sld xmlns:a="http://schemas.openxmlformats.org/drawingml/2006/main" xmlns:ns2="http://schemas.microsoft.com/office/drawing/2014/main" xmlns:ns3="http://schemas.openxmlformats.org/officeDocument/2006/relationships" xmlns:ns4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80" name="PlaceHolder 1">
            <a:extLst>
              <a:ext uri="{FF2B5EF4-FFF2-40B4-BE49-F238E27FC236}">
                <ns2:creationId id="{34C86444-1BAA-4375-A625-51721868B148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457200" y="180000"/>
            <a:ext cx="11242800" cy="805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Rotación observada y horas extra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85" name="Picture 2"/>
          <p:cNvPicPr>
            <a:picLocks noChangeAspect="1"/>
          </p:cNvPicPr>
          <p:nvPr/>
        </p:nvPicPr>
        <p:blipFill>
          <a:blip ns3:embed="R22d906f4f43e4ffd"/>
          <a:srcRect l="0" t="2" r="0" b="2"/>
          <a:stretch>
            <a:fillRect l="0" t="0" r="0" b="0"/>
          </a:stretch>
        </p:blipFill>
        <p:spPr>
          <a:xfrm>
            <a:off x="2552700" y="960000"/>
            <a:ext cx="7086600" cy="5011000"/>
          </a:xfrm>
          <a:prstGeom prst="rect">
            <a:avLst/>
          </a:prstGeom>
          <a:ln w="0">
            <a:noFill/>
          </a:ln>
        </p:spPr>
      </p:pic>
      <p:sp>
        <p:nvSpPr>
          <p:cNvPr id="82" name="TextBox 3">
            <a:extLst>
              <a:ext uri="{FF2B5EF4-FFF2-40B4-BE49-F238E27FC236}">
                <ns2:creationId id="{3DBC67BC-AB62-47CE-B97D-EBE84C4AEF3A}"/>
              </a:ext>
            </a:extLst>
          </p:cNvPr>
          <p:cNvSpPr>
            <a:spLocks noGrp="1"/>
          </p:cNvSpPr>
          <p:nvPr/>
        </p:nvSpPr>
        <p:spPr>
          <a:xfrm>
            <a:off x="263880" y="6263640"/>
            <a:ext cx="11459880" cy="38404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  <a:buNone/>
            </a:pPr>
            <a:r>
              <a:rPr sz="1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Asociación descriptiva; no causal ni aplicable a una plantilla real.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ns4:creationId val="1461787212"/>
      </p:ext>
    </p:extLst>
  </p:cSld>
</p:sld>
</file>

<file path=ppt/slides/slide8.xml><?xml version="1.0" encoding="utf-8"?>
<p:sld xmlns:a="http://schemas.openxmlformats.org/drawingml/2006/main" xmlns:ns2="http://schemas.microsoft.com/office/drawing/2014/main" xmlns:ns3="http://schemas.openxmlformats.org/officeDocument/2006/relationships" xmlns:ns4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83" name="PlaceHolder 1">
            <a:extLst>
              <a:ext uri="{FF2B5EF4-FFF2-40B4-BE49-F238E27FC236}">
                <ns2:creationId id="{485DE502-EFBA-44FD-BADB-C6C681436252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817200" y="0"/>
            <a:ext cx="11062800" cy="985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Coeficientes del modelo LogReg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88" name="Picture 2"/>
          <p:cNvPicPr>
            <a:picLocks noChangeAspect="1"/>
          </p:cNvPicPr>
          <p:nvPr/>
        </p:nvPicPr>
        <p:blipFill>
          <a:blip ns3:embed="Rdf0a28d1f8334f7d"/>
          <a:srcRect l="10386" t="0" r="10386" b="0"/>
          <a:stretch>
            <a:fillRect l="0" t="0" r="0" b="0"/>
          </a:stretch>
        </p:blipFill>
        <p:spPr>
          <a:xfrm>
            <a:off x="2552700" y="960000"/>
            <a:ext cx="7086600" cy="5011000"/>
          </a:xfrm>
          <a:prstGeom prst="rect">
            <a:avLst/>
          </a:prstGeom>
          <a:ln w="0">
            <a:noFill/>
          </a:ln>
        </p:spPr>
      </p:pic>
      <p:sp>
        <p:nvSpPr>
          <p:cNvPr id="85" name="TextBox 3">
            <a:extLst>
              <a:ext uri="{FF2B5EF4-FFF2-40B4-BE49-F238E27FC236}">
                <ns2:creationId id="{AF3E641E-B559-4B63-B439-358EDFBBC910}"/>
              </a:ext>
            </a:extLst>
          </p:cNvPr>
          <p:cNvSpPr>
            <a:spLocks noGrp="1"/>
          </p:cNvSpPr>
          <p:nvPr/>
        </p:nvSpPr>
        <p:spPr>
          <a:xfrm>
            <a:off x="302040" y="6263640"/>
            <a:ext cx="11459880" cy="38404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  <a:buNone/>
            </a:pPr>
            <a:r>
              <a:rPr sz="1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Asociaciones del modelo; no son efectos causales.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ns4:creationId val="7824060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6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97F62F03-CE33-4FE9-9DF1-F95A7525FFD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80"/>
            <a:ext cx="8229240" cy="114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Limitaciones y siguientes pasos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7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6F0B9206-BCA7-49C5-B770-F20910E47C4A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457200" y="1600200"/>
            <a:ext cx="8229240" cy="452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La encuesta de clima es sintética y reproducible; no representa respuestas reales.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Separar conjuntos y protocolos de evaluación de forma reproducible.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Realizar validación independiente y temporal antes de cualquier afirmación predictiva.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Revisar calibración, privacidad y equidad con datos apropiados.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Mantener el proyecto como demostración educativa, sin decisiones laborales.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3839746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>
          <a:prstDash val="solid"/>
        </a:ln>
        <a:ln w="25400">
          <a:prstDash val="solid"/>
        </a:ln>
        <a:ln w="381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2026-10-04T16:56:44.0830000Z</dcterms:created>
  <dcterms:modified xsi:type="dcterms:W3CDTF">2026-10-04T16:56:44.0830000Z</dcterms:modified>
</coreProperties>
</file>