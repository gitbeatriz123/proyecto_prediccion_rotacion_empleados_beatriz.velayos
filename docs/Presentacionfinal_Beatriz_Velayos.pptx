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5b92e974f6e4f83" /><Relationship Type="http://schemas.openxmlformats.org/officeDocument/2006/relationships/extended-properties" Target="/docProps/app.xml" Id="R5b910381c41340d6" /><Relationship Type="http://schemas.openxmlformats.org/officeDocument/2006/relationships/officeDocument" Target="/ppt/presentation.xml" Id="Rc9d593cd795f452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7035214d2504c1c"/>
  </p:sldMasterIdLst>
  <p:notesMasterIdLst>
    <p:notesMasterId xmlns:r="http://schemas.openxmlformats.org/officeDocument/2006/relationships" r:id="R505400e243c84aa3"/>
  </p:notesMasterIdLst>
  <p:sldIdLst>
    <p:sldId xmlns:r="http://schemas.openxmlformats.org/officeDocument/2006/relationships" id="256" r:id="R0267298e712546c7"/>
    <p:sldId xmlns:r="http://schemas.openxmlformats.org/officeDocument/2006/relationships" id="257" r:id="R08fa30da6d504aff"/>
    <p:sldId xmlns:r="http://schemas.openxmlformats.org/officeDocument/2006/relationships" id="258" r:id="R12909c66be3f4827"/>
    <p:sldId xmlns:r="http://schemas.openxmlformats.org/officeDocument/2006/relationships" id="259" r:id="R94d7037cdd864cc3"/>
    <p:sldId xmlns:r="http://schemas.openxmlformats.org/officeDocument/2006/relationships" id="260" r:id="R795d891c55ea4947"/>
    <p:sldId xmlns:r="http://schemas.openxmlformats.org/officeDocument/2006/relationships" id="261" r:id="Rd839ed8c87ef498d"/>
    <p:sldId xmlns:r="http://schemas.openxmlformats.org/officeDocument/2006/relationships" id="262" r:id="R9e62e59ac12544f0"/>
    <p:sldId xmlns:r="http://schemas.openxmlformats.org/officeDocument/2006/relationships" id="263" r:id="Rdb09108515de4f49"/>
    <p:sldId xmlns:r="http://schemas.openxmlformats.org/officeDocument/2006/relationships" id="264" r:id="Rdccf1317366f488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b1012459fe24ba0" /><Relationship Type="http://schemas.openxmlformats.org/officeDocument/2006/relationships/slideMaster" Target="/ppt/slideMasters/slideMaster1.xml" Id="Rd7035214d2504c1c" /><Relationship Type="http://schemas.openxmlformats.org/officeDocument/2006/relationships/notesMaster" Target="/ppt/notesMasters/notesMaster1.xml" Id="R505400e243c84aa3" /><Relationship Type="http://schemas.openxmlformats.org/officeDocument/2006/relationships/presProps" Target="/ppt/presProps.xml" Id="R1f9e26c2405c4b13" /><Relationship Type="http://schemas.openxmlformats.org/officeDocument/2006/relationships/tableStyles" Target="/ppt/tableStyles.xml" Id="Rd618a8339a024c90" /><Relationship Type="http://schemas.openxmlformats.org/officeDocument/2006/relationships/slide" Target="/ppt/slides/slide1.xml" Id="R0267298e712546c7" /><Relationship Type="http://schemas.openxmlformats.org/officeDocument/2006/relationships/slide" Target="/ppt/slides/slide2.xml" Id="R08fa30da6d504aff" /><Relationship Type="http://schemas.openxmlformats.org/officeDocument/2006/relationships/slide" Target="/ppt/slides/slide3.xml" Id="R12909c66be3f4827" /><Relationship Type="http://schemas.openxmlformats.org/officeDocument/2006/relationships/slide" Target="/ppt/slides/slide4.xml" Id="R94d7037cdd864cc3" /><Relationship Type="http://schemas.openxmlformats.org/officeDocument/2006/relationships/slide" Target="/ppt/slides/slide5.xml" Id="R795d891c55ea4947" /><Relationship Type="http://schemas.openxmlformats.org/officeDocument/2006/relationships/slide" Target="/ppt/slides/slide6.xml" Id="Rd839ed8c87ef498d" /><Relationship Type="http://schemas.openxmlformats.org/officeDocument/2006/relationships/slide" Target="/ppt/slides/slide7.xml" Id="R9e62e59ac12544f0" /><Relationship Type="http://schemas.openxmlformats.org/officeDocument/2006/relationships/slide" Target="/ppt/slides/slide8.xml" Id="Rdb09108515de4f49" /><Relationship Type="http://schemas.openxmlformats.org/officeDocument/2006/relationships/slide" Target="/ppt/slides/slide9.xml" Id="Rdccf1317366f488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759c56eedbb411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>
          <a:prstDash val="solid"/>
        </a:ln>
        <a:ln w="25400">
          <a:prstDash val="solid"/>
        </a:ln>
        <a:ln w="381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a9f8ac0732345ec" /><Relationship Type="http://schemas.openxmlformats.org/officeDocument/2006/relationships/notesMaster" Target="/ppt/notesMasters/notesMaster1.xml" Id="R24d12521d1fb4f8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c8bcd7f7d4448a9" /><Relationship Type="http://schemas.openxmlformats.org/officeDocument/2006/relationships/notesMaster" Target="/ppt/notesMasters/notesMaster1.xml" Id="Rdd46c12da99945d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14d49c67467432b" /><Relationship Type="http://schemas.openxmlformats.org/officeDocument/2006/relationships/notesMaster" Target="/ppt/notesMasters/notesMaster1.xml" Id="R6d1c7c0cf886495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c40a8a1fe424f9b" /><Relationship Type="http://schemas.openxmlformats.org/officeDocument/2006/relationships/notesMaster" Target="/ppt/notesMasters/notesMaster1.xml" Id="R514b1de08564494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2b4e409d36c4812" /><Relationship Type="http://schemas.openxmlformats.org/officeDocument/2006/relationships/notesMaster" Target="/ppt/notesMasters/notesMaster1.xml" Id="Rf58d7df7d395440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735be5949a1498c" /><Relationship Type="http://schemas.openxmlformats.org/officeDocument/2006/relationships/notesMaster" Target="/ppt/notesMasters/notesMaster1.xml" Id="Ra3ddd10ea7474c0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64d2311d7e9440d" /><Relationship Type="http://schemas.openxmlformats.org/officeDocument/2006/relationships/notesMaster" Target="/ppt/notesMasters/notesMaster1.xml" Id="R8b25a9d3b2214f0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7496dd2b34b4483" /><Relationship Type="http://schemas.openxmlformats.org/officeDocument/2006/relationships/notesMaster" Target="/ppt/notesMasters/notesMaster1.xml" Id="R2be0bc64bd4e4d3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b52954b3ca44e3e" /><Relationship Type="http://schemas.openxmlformats.org/officeDocument/2006/relationships/notesMaster" Target="/ppt/notesMasters/notesMaster1.xml" Id="R36ce325c3b8a475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Proyecto educativo de bootcamp. La encuesta de clima es sintética. Los datos son de ejemplo y el modelo no está validado para uso laboral. No representa un sistema para decidir sobre empleados.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Presentar el alcance académico. Las métricas usan más de un protocolo y no deben compararse como una misma evaluación. No hay umbral operativo ni evidencia de impacto.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La unión se realiza por EmployeeNumber. La regeneración de métricas usó un Parquet local con el esquema del ETL; este entorno no tenía Docker Compose ni PySpark para ejecutar Spark de extremo a extremo.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Resultados regenerados con validación cruzada estratificada OOF de cinco particiones. ROC-AUC: LogReg 0,819; RF 0,810; MLP 0,768. F1 y umbral se optimizan sobre las mismas predicciones: resultados exploratorios.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Histograma de scores exportados. No interpretar como probabilidades calibradas ni como riesgo real de personas.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Tasas descriptivas agregadas del conjunto de referencia. No equivalen a hallazgos de la empresa.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Asociación descriptiva. No puede inferirse causalidad a partir de este gráfico.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Coeficientes de la regresión logística para las variables transformadas. Dependientes del preprocesamiento y del conjunto; no son efectos causales.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Limitaciones principales: sin validación independiente de las métricas; conjunto de demostración; métricas exploratorias; sin validación temporal, calibración, ni análisis formal de equidad. No emplear en decisiones de RRHH.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23c9493784248b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7cf98c49e34442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378b9a36eba468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a0d05436ba4ff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ead9101248e4849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ba973bd24b54811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429fe869004dda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5156d2e0db64417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8cce1b9f2f54af6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a53203fba264ba5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a77023c6cb24f75" /></Relationships>
</file>

<file path=ppt/slideLayouts/slideLayout1.xml><?xml version="1.0" encoding="utf-8"?>
<p:sldLayout xmlns:p="http://schemas.openxmlformats.org/presentationml/2006/main" type="title" preserve="1">
  <p:cSld name="Title Slide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7B045BEB-2A0E-4CE6-BB6B-54367B6FD4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2130480"/>
            <a:ext cx="7772040" cy="1469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indent="0" algn="ctr" defTabSz="457200">
              <a:lnSpc>
                <a:spcPct val="100000"/>
              </a:lnSpc>
              <a:buNone/>
            </a:pPr>
            <a:r>
              <a:rPr sz="4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title style</a:t>
            </a:r>
            <a:endParaRPr sz="4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4400B048-375F-4CCE-8677-D24244CEB6B0}"/>
              </a:ext>
            </a:extLst>
          </p:cNvPr>
          <p:cNvSpPr>
            <a:spLocks xmlns:a="http://schemas.openxmlformats.org/drawingml/2006/main" noGrp="1"/>
          </p:cNvSpPr>
          <p:nvPr>
            <p:ph type="dt" idx="1"/>
          </p:nvPr>
        </p:nvSpPr>
        <p:spPr>
          <a:xfrm xmlns:a="http://schemas.openxmlformats.org/drawingml/2006/main">
            <a:off x="45720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defTabSz="457200">
              <a:lnSpc>
                <a:spcPct val="100000"/>
              </a:lnSpc>
              <a:buNone/>
            </a:pPr>
            <a:r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&lt;date/time&gt;</a:t>
            </a:r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2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4534ED38-BE2E-4097-BF42-7AA9C1DD938A}"/>
              </a:ext>
            </a:extLst>
          </p:cNvPr>
          <p:cNvSpPr>
            <a:spLocks xmlns:a="http://schemas.openxmlformats.org/drawingml/2006/main" noGrp="1"/>
          </p:cNvSpPr>
          <p:nvPr>
            <p:ph type="ftr" idx="2"/>
          </p:nvPr>
        </p:nvSpPr>
        <p:spPr>
          <a:xfrm xmlns:a="http://schemas.openxmlformats.org/drawingml/2006/main">
            <a:off x="3124080" y="6356520"/>
            <a:ext cx="289512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buNone/>
              <a:def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buNone/>
            </a:pPr>
            <a:r>
              <a: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&lt;footer&gt;</a:t>
            </a:r>
            <a:endParaRPr sz="14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E1FA4F4A-79B3-4B01-83EB-FC6B69468BEF}"/>
              </a:ext>
            </a:extLst>
          </p:cNvPr>
          <p:cNvSpPr>
            <a:spLocks xmlns:a="http://schemas.openxmlformats.org/drawingml/2006/main" noGrp="1"/>
          </p:cNvSpPr>
          <p:nvPr>
            <p:ph type="sldNum" idx="3"/>
          </p:nvPr>
        </p:nvSpPr>
        <p:spPr>
          <a:xfrm xmlns:a="http://schemas.openxmlformats.org/drawingml/2006/main">
            <a:off x="655308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r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algn="r" defTabSz="457200">
              <a:lnSpc>
                <a:spcPct val="100000"/>
              </a:lnSpc>
              <a:buNone/>
            </a:pPr>
            <a:fld id="{C1F15649-DE97-4D31-AB74-DF95F7F404A2}" type="slidenum"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&lt;number&gt;</a:t>
            </a:fld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4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ED78EDD1-9F93-4766-A3B3-544BB64CE982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609480" y="1604520"/>
            <a:ext cx="10972080" cy="3977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the outline text format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sz="2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Second Outline Level</a:t>
            </a:r>
            <a:endParaRPr sz="2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Third Outline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Fourth Outline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Fifth Outline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Sixth Outline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Seventh Outline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</p:spTree>
  </p:cSld>
</p:sldLayout>
</file>

<file path=ppt/slideLayouts/slideLayout2.xml><?xml version="1.0" encoding="utf-8"?>
<p:sldLayout xmlns:p="http://schemas.openxmlformats.org/presentationml/2006/main" type="vertTx" preserve="1">
  <p:cSld name="Title and Vertical Text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C9818B03-43EF-471D-9B0F-806B50EAD56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80"/>
            <a:ext cx="8229240" cy="1142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indent="0" algn="ctr" defTabSz="457200">
              <a:lnSpc>
                <a:spcPct val="100000"/>
              </a:lnSpc>
              <a:buNone/>
            </a:pPr>
            <a:r>
              <a:rPr sz="4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title style</a:t>
            </a:r>
            <a:endParaRPr sz="4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08F42C79-D9B9-4690-810F-822A8E495F0F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457200" y="1600200"/>
            <a:ext cx="8229240" cy="452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vert="eaVert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text styles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sz="2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Second level</a:t>
            </a:r>
            <a:endParaRPr sz="28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sz="2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Third level</a:t>
            </a:r>
            <a:endParaRPr sz="2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Fourth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Fifth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4F77D8B3-B6C4-49BF-A6ED-3FE7884837C6}"/>
              </a:ext>
            </a:extLst>
          </p:cNvPr>
          <p:cNvSpPr>
            <a:spLocks xmlns:a="http://schemas.openxmlformats.org/drawingml/2006/main" noGrp="1"/>
          </p:cNvSpPr>
          <p:nvPr>
            <p:ph type="dt" idx="4"/>
          </p:nvPr>
        </p:nvSpPr>
        <p:spPr>
          <a:xfrm xmlns:a="http://schemas.openxmlformats.org/drawingml/2006/main">
            <a:off x="45720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defTabSz="457200">
              <a:lnSpc>
                <a:spcPct val="100000"/>
              </a:lnSpc>
              <a:buNone/>
            </a:pPr>
            <a:r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&lt;date/time&gt;</a:t>
            </a:r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8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6C489B14-863F-47CC-8615-6159481E6697}"/>
              </a:ext>
            </a:extLst>
          </p:cNvPr>
          <p:cNvSpPr>
            <a:spLocks xmlns:a="http://schemas.openxmlformats.org/drawingml/2006/main" noGrp="1"/>
          </p:cNvSpPr>
          <p:nvPr>
            <p:ph type="ftr" idx="5"/>
          </p:nvPr>
        </p:nvSpPr>
        <p:spPr>
          <a:xfrm xmlns:a="http://schemas.openxmlformats.org/drawingml/2006/main">
            <a:off x="3124080" y="6356520"/>
            <a:ext cx="289512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buNone/>
              <a:def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buNone/>
            </a:pPr>
            <a:r>
              <a: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&lt;footer&gt;</a:t>
            </a:r>
            <a:endParaRPr sz="14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9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A9841976-2504-4DC8-AC01-91F582216535}"/>
              </a:ext>
            </a:extLst>
          </p:cNvPr>
          <p:cNvSpPr>
            <a:spLocks xmlns:a="http://schemas.openxmlformats.org/drawingml/2006/main" noGrp="1"/>
          </p:cNvSpPr>
          <p:nvPr>
            <p:ph type="sldNum" idx="6"/>
          </p:nvPr>
        </p:nvSpPr>
        <p:spPr>
          <a:xfrm xmlns:a="http://schemas.openxmlformats.org/drawingml/2006/main">
            <a:off x="655308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r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algn="r" defTabSz="457200">
              <a:lnSpc>
                <a:spcPct val="100000"/>
              </a:lnSpc>
              <a:buNone/>
            </a:pPr>
            <a:fld id="{709F07B7-EBC3-4A18-A366-933C874466B9}" type="slidenum"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&lt;number&gt;</a:t>
            </a:fld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</p:cSld>
</p:sldLayout>
</file>

<file path=ppt/slideLayouts/slideLayout3.xml><?xml version="1.0" encoding="utf-8"?>
<p:sldLayout xmlns:p="http://schemas.openxmlformats.org/presentationml/2006/main" type="vertTitleAndTx" preserve="1">
  <p:cSld name="Vertical Title and Text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25CB3FCA-F927-42AD-B435-F5CA19FF271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80"/>
            <a:ext cx="2057040" cy="5851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vert="eaVert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indent="0" algn="ctr" defTabSz="457200">
              <a:lnSpc>
                <a:spcPct val="100000"/>
              </a:lnSpc>
              <a:buNone/>
            </a:pPr>
            <a:r>
              <a:rPr sz="4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title style</a:t>
            </a:r>
            <a:endParaRPr sz="4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8797F264-EB23-43F7-BE6E-A83A74F05C76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457200" y="274680"/>
            <a:ext cx="6019560" cy="5851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vert="eaVert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text styles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sz="2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Second level</a:t>
            </a:r>
            <a:endParaRPr sz="28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sz="2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Third level</a:t>
            </a:r>
            <a:endParaRPr sz="2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Fourth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Fifth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2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D9C3D623-7E4C-4D4F-824F-A46044981564}"/>
              </a:ext>
            </a:extLst>
          </p:cNvPr>
          <p:cNvSpPr>
            <a:spLocks xmlns:a="http://schemas.openxmlformats.org/drawingml/2006/main" noGrp="1"/>
          </p:cNvSpPr>
          <p:nvPr>
            <p:ph type="dt" idx="7"/>
          </p:nvPr>
        </p:nvSpPr>
        <p:spPr>
          <a:xfrm xmlns:a="http://schemas.openxmlformats.org/drawingml/2006/main">
            <a:off x="45720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defTabSz="457200">
              <a:lnSpc>
                <a:spcPct val="100000"/>
              </a:lnSpc>
              <a:buNone/>
            </a:pPr>
            <a:r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&lt;date/time&gt;</a:t>
            </a:r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3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0EB213CB-45ED-4265-8C41-9E860FD5EBEC}"/>
              </a:ext>
            </a:extLst>
          </p:cNvPr>
          <p:cNvSpPr>
            <a:spLocks xmlns:a="http://schemas.openxmlformats.org/drawingml/2006/main" noGrp="1"/>
          </p:cNvSpPr>
          <p:nvPr>
            <p:ph type="ftr" idx="8"/>
          </p:nvPr>
        </p:nvSpPr>
        <p:spPr>
          <a:xfrm xmlns:a="http://schemas.openxmlformats.org/drawingml/2006/main">
            <a:off x="3124080" y="6356520"/>
            <a:ext cx="289512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buNone/>
              <a:def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buNone/>
            </a:pPr>
            <a:r>
              <a: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&lt;footer&gt;</a:t>
            </a:r>
            <a:endParaRPr sz="14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4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F965281D-21E0-445E-99DC-518C9F0DCA75}"/>
              </a:ext>
            </a:extLst>
          </p:cNvPr>
          <p:cNvSpPr>
            <a:spLocks xmlns:a="http://schemas.openxmlformats.org/drawingml/2006/main" noGrp="1"/>
          </p:cNvSpPr>
          <p:nvPr>
            <p:ph type="sldNum" idx="9"/>
          </p:nvPr>
        </p:nvSpPr>
        <p:spPr>
          <a:xfrm xmlns:a="http://schemas.openxmlformats.org/drawingml/2006/main">
            <a:off x="655308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r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algn="r" defTabSz="457200">
              <a:lnSpc>
                <a:spcPct val="100000"/>
              </a:lnSpc>
              <a:buNone/>
            </a:pPr>
            <a:fld id="{3992E60D-EFD5-41CD-9019-06F17E86CF44}" type="slidenum"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&lt;number&gt;</a:t>
            </a:fld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</p:cSld>
</p:sldLayout>
</file>

<file path=ppt/slideLayouts/slideLayout4.xml><?xml version="1.0" encoding="utf-8"?>
<p:sldLayout xmlns:p="http://schemas.openxmlformats.org/presentationml/2006/main" type="obj" preserve="1">
  <p:cSld name="Title and Content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5CFB4A70-63BE-4A86-A10C-127F6FC5197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80"/>
            <a:ext cx="8229240" cy="1142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indent="0" algn="ctr" defTabSz="457200">
              <a:lnSpc>
                <a:spcPct val="100000"/>
              </a:lnSpc>
              <a:buNone/>
            </a:pPr>
            <a:r>
              <a:rPr sz="4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title style</a:t>
            </a:r>
            <a:endParaRPr sz="4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6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BD98FA3C-7042-403B-B90B-40EBE66E00AF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457200" y="1600200"/>
            <a:ext cx="8229240" cy="452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text styles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sz="2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Second level</a:t>
            </a:r>
            <a:endParaRPr sz="28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sz="2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Third level</a:t>
            </a:r>
            <a:endParaRPr sz="2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Fourth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Fifth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7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1B205F6A-5C20-4B77-95E7-B2740AD564E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45720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defTabSz="457200">
              <a:lnSpc>
                <a:spcPct val="100000"/>
              </a:lnSpc>
              <a:buNone/>
            </a:pPr>
            <a:r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&lt;date/time&gt;</a:t>
            </a:r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8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3B5B0793-ADFF-4280-B6C3-066C6341DFF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3124080" y="6356520"/>
            <a:ext cx="289512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buNone/>
              <a:def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buNone/>
            </a:pPr>
            <a:r>
              <a: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&lt;footer&gt;</a:t>
            </a:r>
            <a:endParaRPr sz="14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9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651BCD72-C350-45DE-A806-71B42B5776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55308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r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algn="r" defTabSz="457200">
              <a:lnSpc>
                <a:spcPct val="100000"/>
              </a:lnSpc>
              <a:buNone/>
            </a:pPr>
            <a:fld id="{8C8D860B-5ABB-4C55-8043-68CB8500841E}" type="slidenum"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&lt;number&gt;</a:t>
            </a:fld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</p:cSld>
</p:sldLayout>
</file>

<file path=ppt/slideLayouts/slideLayout5.xml><?xml version="1.0" encoding="utf-8"?>
<p:sldLayout xmlns:p="http://schemas.openxmlformats.org/presentationml/2006/main" type="blank" preserve="1">
  <p:cSld name="Section Header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D0961491-152E-47B4-939A-009EC00CFBC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160" y="4406760"/>
            <a:ext cx="7772040" cy="1361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 defTabSz="457200">
              <a:lnSpc>
                <a:spcPct val="100000"/>
              </a:lnSpc>
              <a:buNone/>
            </a:pPr>
            <a:r>
              <a:rPr sz="4000" b="1" u="none" cap="all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title style</a:t>
            </a:r>
            <a:endParaRPr sz="4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1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716C0524-F074-4195-9ABC-98B9DE1701FE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722160" y="2906640"/>
            <a:ext cx="7772040" cy="1499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sz="20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Click to edit Master text styles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2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AE8FA829-DDDE-4DF0-BE5F-C05B90E155E9}"/>
              </a:ext>
            </a:extLst>
          </p:cNvPr>
          <p:cNvSpPr>
            <a:spLocks xmlns:a="http://schemas.openxmlformats.org/drawingml/2006/main" noGrp="1"/>
          </p:cNvSpPr>
          <p:nvPr>
            <p:ph type="dt" idx="13"/>
          </p:nvPr>
        </p:nvSpPr>
        <p:spPr>
          <a:xfrm xmlns:a="http://schemas.openxmlformats.org/drawingml/2006/main">
            <a:off x="45720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defTabSz="457200">
              <a:lnSpc>
                <a:spcPct val="100000"/>
              </a:lnSpc>
              <a:buNone/>
            </a:pPr>
            <a:r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&lt;date/time&gt;</a:t>
            </a:r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23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8986A44C-CCF3-4C02-A767-0AE0F7065A81}"/>
              </a:ext>
            </a:extLst>
          </p:cNvPr>
          <p:cNvSpPr>
            <a:spLocks xmlns:a="http://schemas.openxmlformats.org/drawingml/2006/main" noGrp="1"/>
          </p:cNvSpPr>
          <p:nvPr>
            <p:ph type="ftr" idx="14"/>
          </p:nvPr>
        </p:nvSpPr>
        <p:spPr>
          <a:xfrm xmlns:a="http://schemas.openxmlformats.org/drawingml/2006/main">
            <a:off x="3124080" y="6356520"/>
            <a:ext cx="289512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buNone/>
              <a:def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buNone/>
            </a:pPr>
            <a:r>
              <a: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&lt;footer&gt;</a:t>
            </a:r>
            <a:endParaRPr sz="14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24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CB575852-B480-47B1-AF79-D344823E13F2}"/>
              </a:ext>
            </a:extLst>
          </p:cNvPr>
          <p:cNvSpPr>
            <a:spLocks xmlns:a="http://schemas.openxmlformats.org/drawingml/2006/main" noGrp="1"/>
          </p:cNvSpPr>
          <p:nvPr>
            <p:ph type="sldNum" idx="15"/>
          </p:nvPr>
        </p:nvSpPr>
        <p:spPr>
          <a:xfrm xmlns:a="http://schemas.openxmlformats.org/drawingml/2006/main">
            <a:off x="655308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r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algn="r" defTabSz="457200">
              <a:lnSpc>
                <a:spcPct val="100000"/>
              </a:lnSpc>
              <a:buNone/>
            </a:pPr>
            <a:fld id="{EAE19106-4133-4231-94FB-64473ACB2E53}" type="slidenum"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&lt;number&gt;</a:t>
            </a:fld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</p:cSld>
</p:sldLayout>
</file>

<file path=ppt/slideLayouts/slideLayout6.xml><?xml version="1.0" encoding="utf-8"?>
<p:sldLayout xmlns:p="http://schemas.openxmlformats.org/presentationml/2006/main" type="twoObj" preserve="1">
  <p:cSld name="Two Content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114DD276-B803-4018-91E0-6BB80ECF40F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80"/>
            <a:ext cx="8229240" cy="1142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indent="0" algn="ctr" defTabSz="457200">
              <a:lnSpc>
                <a:spcPct val="100000"/>
              </a:lnSpc>
              <a:buNone/>
            </a:pPr>
            <a:r>
              <a:rPr sz="4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title style</a:t>
            </a:r>
            <a:endParaRPr sz="4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6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9A342F0D-6E83-4C7E-BC83-B1FBDB4CD403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457200" y="1600200"/>
            <a:ext cx="4038120" cy="452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sz="2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text styles</a:t>
            </a:r>
            <a:endParaRPr sz="28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743040" lvl="1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sz="2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Second level</a:t>
            </a:r>
            <a:endParaRPr sz="2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143000" lvl="2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Third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600200" lvl="3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Fourth level</a:t>
            </a:r>
            <a:endParaRPr sz="18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2057400" lvl="4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Fifth level</a:t>
            </a:r>
            <a:endParaRPr sz="18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7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5CFBB45A-9C1D-4EF6-B98A-7BF8BB6C7193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4648320" y="1600200"/>
            <a:ext cx="4038120" cy="452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sz="2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text styles</a:t>
            </a:r>
            <a:endParaRPr sz="28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743040" lvl="1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sz="2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Second level</a:t>
            </a:r>
            <a:endParaRPr sz="2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143000" lvl="2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Third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600200" lvl="3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Fourth level</a:t>
            </a:r>
            <a:endParaRPr sz="18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2057400" lvl="4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Fifth level</a:t>
            </a:r>
            <a:endParaRPr sz="18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8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6671C9BC-98B0-4862-A610-93A68CF4EEC3}"/>
              </a:ext>
            </a:extLst>
          </p:cNvPr>
          <p:cNvSpPr>
            <a:spLocks xmlns:a="http://schemas.openxmlformats.org/drawingml/2006/main" noGrp="1"/>
          </p:cNvSpPr>
          <p:nvPr>
            <p:ph type="dt" idx="16"/>
          </p:nvPr>
        </p:nvSpPr>
        <p:spPr>
          <a:xfrm xmlns:a="http://schemas.openxmlformats.org/drawingml/2006/main">
            <a:off x="45720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defTabSz="457200">
              <a:lnSpc>
                <a:spcPct val="100000"/>
              </a:lnSpc>
              <a:buNone/>
            </a:pPr>
            <a:r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&lt;date/time&gt;</a:t>
            </a:r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29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0CBBAF7F-CBAB-41BA-9AAB-0F505B8FE1FF}"/>
              </a:ext>
            </a:extLst>
          </p:cNvPr>
          <p:cNvSpPr>
            <a:spLocks xmlns:a="http://schemas.openxmlformats.org/drawingml/2006/main" noGrp="1"/>
          </p:cNvSpPr>
          <p:nvPr>
            <p:ph type="ftr" idx="17"/>
          </p:nvPr>
        </p:nvSpPr>
        <p:spPr>
          <a:xfrm xmlns:a="http://schemas.openxmlformats.org/drawingml/2006/main">
            <a:off x="3124080" y="6356520"/>
            <a:ext cx="289512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buNone/>
              <a:def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buNone/>
            </a:pPr>
            <a:r>
              <a: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&lt;footer&gt;</a:t>
            </a:r>
            <a:endParaRPr sz="14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0" name="PlaceHolder 6">
            <a:extLst xmlns:a="http://schemas.openxmlformats.org/drawingml/2006/main">
              <a:ext uri="{FF2B5EF4-FFF2-40B4-BE49-F238E27FC236}">
                <a16:creationId xmlns:a16="http://schemas.microsoft.com/office/drawing/2014/main" id="{5784BFED-57F1-4653-971E-7CF94B264116}"/>
              </a:ext>
            </a:extLst>
          </p:cNvPr>
          <p:cNvSpPr>
            <a:spLocks xmlns:a="http://schemas.openxmlformats.org/drawingml/2006/main" noGrp="1"/>
          </p:cNvSpPr>
          <p:nvPr>
            <p:ph type="sldNum" idx="18"/>
          </p:nvPr>
        </p:nvSpPr>
        <p:spPr>
          <a:xfrm xmlns:a="http://schemas.openxmlformats.org/drawingml/2006/main">
            <a:off x="655308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r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algn="r" defTabSz="457200">
              <a:lnSpc>
                <a:spcPct val="100000"/>
              </a:lnSpc>
              <a:buNone/>
            </a:pPr>
            <a:fld id="{00A58784-66A9-47C0-9CF9-FDDB1C8BC581}" type="slidenum"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&lt;number&gt;</a:t>
            </a:fld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Comparison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3680C123-FAA4-448A-8E22-53E10D920AD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80"/>
            <a:ext cx="8229240" cy="1142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indent="0" algn="ctr" defTabSz="457200">
              <a:lnSpc>
                <a:spcPct val="100000"/>
              </a:lnSpc>
              <a:buNone/>
            </a:pPr>
            <a:r>
              <a:rPr sz="4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title style</a:t>
            </a:r>
            <a:endParaRPr sz="4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2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1CC5637D-13A3-4136-90D9-F6F6CD6DBDC3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457200" y="1535040"/>
            <a:ext cx="4039920" cy="639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sz="2400" b="1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text styles</a:t>
            </a:r>
            <a:endParaRPr sz="2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3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36AC343F-E878-406D-A471-FA1D781A4592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457200" y="2174760"/>
            <a:ext cx="4039920" cy="395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sz="2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text styles</a:t>
            </a:r>
            <a:endParaRPr sz="2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743040" lvl="1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Second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143000" lvl="2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Third level</a:t>
            </a:r>
            <a:endParaRPr sz="18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600200" lvl="3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sz="16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Fourth level</a:t>
            </a:r>
            <a:endParaRPr sz="16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2057400" lvl="4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sz="16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Fifth level</a:t>
            </a:r>
            <a:endParaRPr sz="16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4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5125F616-3D28-43B6-ABEC-D237CB2CD029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4645080" y="1535040"/>
            <a:ext cx="4041360" cy="639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sz="2400" b="1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text styles</a:t>
            </a:r>
            <a:endParaRPr sz="2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5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87BF1A16-8608-4169-BE57-69C17805DAD6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4645080" y="2174760"/>
            <a:ext cx="4041360" cy="395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sz="2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text styles</a:t>
            </a:r>
            <a:endParaRPr sz="2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743040" lvl="1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Second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143000" lvl="2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Third level</a:t>
            </a:r>
            <a:endParaRPr sz="18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600200" lvl="3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sz="16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Fourth level</a:t>
            </a:r>
            <a:endParaRPr sz="16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2057400" lvl="4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sz="16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Fifth level</a:t>
            </a:r>
            <a:endParaRPr sz="16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6" name="PlaceHolder 6">
            <a:extLst xmlns:a="http://schemas.openxmlformats.org/drawingml/2006/main">
              <a:ext uri="{FF2B5EF4-FFF2-40B4-BE49-F238E27FC236}">
                <a16:creationId xmlns:a16="http://schemas.microsoft.com/office/drawing/2014/main" id="{41B7E583-6E2A-4252-ACFE-704DB359FB22}"/>
              </a:ext>
            </a:extLst>
          </p:cNvPr>
          <p:cNvSpPr>
            <a:spLocks xmlns:a="http://schemas.openxmlformats.org/drawingml/2006/main" noGrp="1"/>
          </p:cNvSpPr>
          <p:nvPr>
            <p:ph type="dt" idx="19"/>
          </p:nvPr>
        </p:nvSpPr>
        <p:spPr>
          <a:xfrm xmlns:a="http://schemas.openxmlformats.org/drawingml/2006/main">
            <a:off x="45720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defTabSz="457200">
              <a:lnSpc>
                <a:spcPct val="100000"/>
              </a:lnSpc>
              <a:buNone/>
            </a:pPr>
            <a:r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&lt;date/time&gt;</a:t>
            </a:r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7" name="PlaceHolder 7">
            <a:extLst xmlns:a="http://schemas.openxmlformats.org/drawingml/2006/main">
              <a:ext uri="{FF2B5EF4-FFF2-40B4-BE49-F238E27FC236}">
                <a16:creationId xmlns:a16="http://schemas.microsoft.com/office/drawing/2014/main" id="{5A0CAC17-B7AE-456F-A878-2AC74A583D11}"/>
              </a:ext>
            </a:extLst>
          </p:cNvPr>
          <p:cNvSpPr>
            <a:spLocks xmlns:a="http://schemas.openxmlformats.org/drawingml/2006/main" noGrp="1"/>
          </p:cNvSpPr>
          <p:nvPr>
            <p:ph type="ftr" idx="20"/>
          </p:nvPr>
        </p:nvSpPr>
        <p:spPr>
          <a:xfrm xmlns:a="http://schemas.openxmlformats.org/drawingml/2006/main">
            <a:off x="3124080" y="6356520"/>
            <a:ext cx="289512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buNone/>
              <a:def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buNone/>
            </a:pPr>
            <a:r>
              <a: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&lt;footer&gt;</a:t>
            </a:r>
            <a:endParaRPr sz="14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8" name="PlaceHolder 8">
            <a:extLst xmlns:a="http://schemas.openxmlformats.org/drawingml/2006/main">
              <a:ext uri="{FF2B5EF4-FFF2-40B4-BE49-F238E27FC236}">
                <a16:creationId xmlns:a16="http://schemas.microsoft.com/office/drawing/2014/main" id="{47DA26AF-F12C-49F1-B75B-09840EA8AF98}"/>
              </a:ext>
            </a:extLst>
          </p:cNvPr>
          <p:cNvSpPr>
            <a:spLocks xmlns:a="http://schemas.openxmlformats.org/drawingml/2006/main" noGrp="1"/>
          </p:cNvSpPr>
          <p:nvPr>
            <p:ph type="sldNum" idx="21"/>
          </p:nvPr>
        </p:nvSpPr>
        <p:spPr>
          <a:xfrm xmlns:a="http://schemas.openxmlformats.org/drawingml/2006/main">
            <a:off x="655308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r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algn="r" defTabSz="457200">
              <a:lnSpc>
                <a:spcPct val="100000"/>
              </a:lnSpc>
              <a:buNone/>
            </a:pPr>
            <a:fld id="{335B3173-9225-43C2-B209-5B9A286072F3}" type="slidenum"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&lt;number&gt;</a:t>
            </a:fld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</p:cSld>
</p:sldLayout>
</file>

<file path=ppt/slideLayouts/slideLayout8.xml><?xml version="1.0" encoding="utf-8"?>
<p:sldLayout xmlns:p="http://schemas.openxmlformats.org/presentationml/2006/main" type="titleOnly" preserve="1">
  <p:cSld name="Title Only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53763E7A-8BDF-42FF-B600-BE66D1690FA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80"/>
            <a:ext cx="8229240" cy="1142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indent="0" algn="ctr" defTabSz="457200">
              <a:lnSpc>
                <a:spcPct val="100000"/>
              </a:lnSpc>
              <a:buNone/>
            </a:pPr>
            <a:r>
              <a:rPr sz="4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title style</a:t>
            </a:r>
            <a:endParaRPr sz="4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0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B0771A9F-5E40-4573-9443-2E1F837034F5}"/>
              </a:ext>
            </a:extLst>
          </p:cNvPr>
          <p:cNvSpPr>
            <a:spLocks xmlns:a="http://schemas.openxmlformats.org/drawingml/2006/main" noGrp="1"/>
          </p:cNvSpPr>
          <p:nvPr>
            <p:ph type="dt" idx="22"/>
          </p:nvPr>
        </p:nvSpPr>
        <p:spPr>
          <a:xfrm xmlns:a="http://schemas.openxmlformats.org/drawingml/2006/main">
            <a:off x="45720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defTabSz="457200">
              <a:lnSpc>
                <a:spcPct val="100000"/>
              </a:lnSpc>
              <a:buNone/>
            </a:pPr>
            <a:r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&lt;date/time&gt;</a:t>
            </a:r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41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943924D9-BC3D-45AF-B5D7-5C4EC3730B0E}"/>
              </a:ext>
            </a:extLst>
          </p:cNvPr>
          <p:cNvSpPr>
            <a:spLocks xmlns:a="http://schemas.openxmlformats.org/drawingml/2006/main" noGrp="1"/>
          </p:cNvSpPr>
          <p:nvPr>
            <p:ph type="ftr" idx="23"/>
          </p:nvPr>
        </p:nvSpPr>
        <p:spPr>
          <a:xfrm xmlns:a="http://schemas.openxmlformats.org/drawingml/2006/main">
            <a:off x="3124080" y="6356520"/>
            <a:ext cx="289512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buNone/>
              <a:def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buNone/>
            </a:pPr>
            <a:r>
              <a: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&lt;footer&gt;</a:t>
            </a:r>
            <a:endParaRPr sz="14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42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64D75C19-8865-496F-AD4D-BC0B9D7007B0}"/>
              </a:ext>
            </a:extLst>
          </p:cNvPr>
          <p:cNvSpPr>
            <a:spLocks xmlns:a="http://schemas.openxmlformats.org/drawingml/2006/main" noGrp="1"/>
          </p:cNvSpPr>
          <p:nvPr>
            <p:ph type="sldNum" idx="24"/>
          </p:nvPr>
        </p:nvSpPr>
        <p:spPr>
          <a:xfrm xmlns:a="http://schemas.openxmlformats.org/drawingml/2006/main">
            <a:off x="655308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r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algn="r" defTabSz="457200">
              <a:lnSpc>
                <a:spcPct val="100000"/>
              </a:lnSpc>
              <a:buNone/>
            </a:pPr>
            <a:fld id="{1B541422-026A-41A2-BAA3-EBC9553034F4}" type="slidenum"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&lt;number&gt;</a:t>
            </a:fld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43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D8E7E9AB-CCF8-494D-ABFF-C27AC1377C7E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609480" y="1604520"/>
            <a:ext cx="10972080" cy="3977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the outline text format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sz="2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Second Outline Level</a:t>
            </a:r>
            <a:endParaRPr sz="2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Third Outline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Fourth Outline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Fifth Outline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Sixth Outline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Seventh Outline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</p:spTree>
  </p:cSld>
</p:sldLayout>
</file>

<file path=ppt/slideLayouts/slideLayout9.xml><?xml version="1.0" encoding="utf-8"?>
<p:sldLayout xmlns:p="http://schemas.openxmlformats.org/presentationml/2006/main" type="blank" preserve="1">
  <p:cSld name="Blank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88EE9F77-FF91-4B8B-96EF-F856024B6530}"/>
              </a:ext>
            </a:extLst>
          </p:cNvPr>
          <p:cNvSpPr>
            <a:spLocks xmlns:a="http://schemas.openxmlformats.org/drawingml/2006/main" noGrp="1"/>
          </p:cNvSpPr>
          <p:nvPr>
            <p:ph type="dt" idx="25"/>
          </p:nvPr>
        </p:nvSpPr>
        <p:spPr>
          <a:xfrm xmlns:a="http://schemas.openxmlformats.org/drawingml/2006/main">
            <a:off x="45720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defTabSz="457200">
              <a:lnSpc>
                <a:spcPct val="100000"/>
              </a:lnSpc>
              <a:buNone/>
            </a:pPr>
            <a:r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&lt;date/time&gt;</a:t>
            </a:r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45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16DAC5DA-04CD-4738-B270-588C2F4099D9}"/>
              </a:ext>
            </a:extLst>
          </p:cNvPr>
          <p:cNvSpPr>
            <a:spLocks xmlns:a="http://schemas.openxmlformats.org/drawingml/2006/main" noGrp="1"/>
          </p:cNvSpPr>
          <p:nvPr>
            <p:ph type="ftr" idx="26"/>
          </p:nvPr>
        </p:nvSpPr>
        <p:spPr>
          <a:xfrm xmlns:a="http://schemas.openxmlformats.org/drawingml/2006/main">
            <a:off x="3124080" y="6356520"/>
            <a:ext cx="289512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buNone/>
              <a:def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buNone/>
            </a:pPr>
            <a:r>
              <a: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&lt;footer&gt;</a:t>
            </a:r>
            <a:endParaRPr sz="14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46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7AA15843-A8B0-48E9-8A97-4117540375DF}"/>
              </a:ext>
            </a:extLst>
          </p:cNvPr>
          <p:cNvSpPr>
            <a:spLocks xmlns:a="http://schemas.openxmlformats.org/drawingml/2006/main" noGrp="1"/>
          </p:cNvSpPr>
          <p:nvPr>
            <p:ph type="sldNum" idx="27"/>
          </p:nvPr>
        </p:nvSpPr>
        <p:spPr>
          <a:xfrm xmlns:a="http://schemas.openxmlformats.org/drawingml/2006/main">
            <a:off x="655308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r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algn="r" defTabSz="457200">
              <a:lnSpc>
                <a:spcPct val="100000"/>
              </a:lnSpc>
              <a:buNone/>
            </a:pPr>
            <a:fld id="{7DBD564E-998E-4A3F-9B53-86B1A84650EE}" type="slidenum"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&lt;number&gt;</a:t>
            </a:fld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</p:cSld>
</p:sldLayout>
</file>

<file path=ppt/slideLayouts/slideLayout10.xml><?xml version="1.0" encoding="utf-8"?>
<p:sldLayout xmlns:p="http://schemas.openxmlformats.org/presentationml/2006/main" type="blank" preserve="1">
  <p:cSld name="Content with Caption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0CC96145-5E18-442F-8206-8CCBE259682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2880"/>
            <a:ext cx="3007800" cy="1161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pPr indent="0" defTabSz="457200">
              <a:lnSpc>
                <a:spcPct val="100000"/>
              </a:lnSpc>
              <a:buNone/>
            </a:pPr>
            <a:r>
              <a:rPr sz="2000" b="1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title style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8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88FCCA03-DC70-43F0-B211-D832220AB5DE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3575160" y="272880"/>
            <a:ext cx="5111280" cy="585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text styles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sz="2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Second level</a:t>
            </a:r>
            <a:endParaRPr sz="28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sz="2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Third level</a:t>
            </a:r>
            <a:endParaRPr sz="2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Fourth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Fifth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9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B0C6F7FF-79BE-46BA-A83C-A90E3D078A39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457200" y="1434960"/>
            <a:ext cx="3007800" cy="469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sz="1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text styles</a:t>
            </a:r>
            <a:endParaRPr sz="1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0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2D490194-C936-4503-BD7F-114BFB17D8DA}"/>
              </a:ext>
            </a:extLst>
          </p:cNvPr>
          <p:cNvSpPr>
            <a:spLocks xmlns:a="http://schemas.openxmlformats.org/drawingml/2006/main" noGrp="1"/>
          </p:cNvSpPr>
          <p:nvPr>
            <p:ph type="dt" idx="28"/>
          </p:nvPr>
        </p:nvSpPr>
        <p:spPr>
          <a:xfrm xmlns:a="http://schemas.openxmlformats.org/drawingml/2006/main">
            <a:off x="45720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defTabSz="457200">
              <a:lnSpc>
                <a:spcPct val="100000"/>
              </a:lnSpc>
              <a:buNone/>
            </a:pPr>
            <a:r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&lt;date/time&gt;</a:t>
            </a:r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51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0BF7F858-C3B5-46C4-A560-1F4AAAB55EDF}"/>
              </a:ext>
            </a:extLst>
          </p:cNvPr>
          <p:cNvSpPr>
            <a:spLocks xmlns:a="http://schemas.openxmlformats.org/drawingml/2006/main" noGrp="1"/>
          </p:cNvSpPr>
          <p:nvPr>
            <p:ph type="ftr" idx="29"/>
          </p:nvPr>
        </p:nvSpPr>
        <p:spPr>
          <a:xfrm xmlns:a="http://schemas.openxmlformats.org/drawingml/2006/main">
            <a:off x="3124080" y="6356520"/>
            <a:ext cx="289512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buNone/>
              <a:def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buNone/>
            </a:pPr>
            <a:r>
              <a: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&lt;footer&gt;</a:t>
            </a:r>
            <a:endParaRPr sz="14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52" name="PlaceHolder 6">
            <a:extLst xmlns:a="http://schemas.openxmlformats.org/drawingml/2006/main">
              <a:ext uri="{FF2B5EF4-FFF2-40B4-BE49-F238E27FC236}">
                <a16:creationId xmlns:a16="http://schemas.microsoft.com/office/drawing/2014/main" id="{F8ADE7F9-C0F9-4A6D-B40F-06A871881BE2}"/>
              </a:ext>
            </a:extLst>
          </p:cNvPr>
          <p:cNvSpPr>
            <a:spLocks xmlns:a="http://schemas.openxmlformats.org/drawingml/2006/main" noGrp="1"/>
          </p:cNvSpPr>
          <p:nvPr>
            <p:ph type="sldNum" idx="30"/>
          </p:nvPr>
        </p:nvSpPr>
        <p:spPr>
          <a:xfrm xmlns:a="http://schemas.openxmlformats.org/drawingml/2006/main">
            <a:off x="655308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r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algn="r" defTabSz="457200">
              <a:lnSpc>
                <a:spcPct val="100000"/>
              </a:lnSpc>
              <a:buNone/>
            </a:pPr>
            <a:fld id="{E9DCBC23-3989-4AE8-8C0A-65784AA9C6E3}" type="slidenum"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&lt;number&gt;</a:t>
            </a:fld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</p:cSld>
</p:sldLayout>
</file>

<file path=ppt/slideLayouts/slideLayout11.xml><?xml version="1.0" encoding="utf-8"?>
<p:sldLayout xmlns:p="http://schemas.openxmlformats.org/presentationml/2006/main" type="blank" preserve="1">
  <p:cSld name="Picture with Caption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B0C4AF98-3128-411F-810B-BA781B94E90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440" y="4800600"/>
            <a:ext cx="5486040" cy="566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pPr indent="0" defTabSz="457200">
              <a:lnSpc>
                <a:spcPct val="100000"/>
              </a:lnSpc>
              <a:buNone/>
            </a:pPr>
            <a:r>
              <a:rPr sz="2000" b="1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title style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4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6A23D7E5-3E3C-43B6-81C3-F4192842F55A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1792440" y="612720"/>
            <a:ext cx="5486040" cy="4114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the outline text format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Second Outline Level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Third Outline Level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Fourth Outline Level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Fifth Outline Level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Sixth Outline Level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Seventh Outline Level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5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CB590483-0173-4F5A-A9DB-A1697C5705DA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1792440" y="5367240"/>
            <a:ext cx="5486040" cy="80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sz="1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text styles</a:t>
            </a:r>
            <a:endParaRPr sz="1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6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FFCDFBF4-C5D0-486D-ACE0-36AACB5416C5}"/>
              </a:ext>
            </a:extLst>
          </p:cNvPr>
          <p:cNvSpPr>
            <a:spLocks xmlns:a="http://schemas.openxmlformats.org/drawingml/2006/main" noGrp="1"/>
          </p:cNvSpPr>
          <p:nvPr>
            <p:ph type="dt" idx="31"/>
          </p:nvPr>
        </p:nvSpPr>
        <p:spPr>
          <a:xfrm xmlns:a="http://schemas.openxmlformats.org/drawingml/2006/main">
            <a:off x="45720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defTabSz="457200">
              <a:lnSpc>
                <a:spcPct val="100000"/>
              </a:lnSpc>
              <a:buNone/>
            </a:pPr>
            <a:r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&lt;date/time&gt;</a:t>
            </a:r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57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7AB82F94-296D-4143-80A5-113DD2E90BCF}"/>
              </a:ext>
            </a:extLst>
          </p:cNvPr>
          <p:cNvSpPr>
            <a:spLocks xmlns:a="http://schemas.openxmlformats.org/drawingml/2006/main" noGrp="1"/>
          </p:cNvSpPr>
          <p:nvPr>
            <p:ph type="ftr" idx="32"/>
          </p:nvPr>
        </p:nvSpPr>
        <p:spPr>
          <a:xfrm xmlns:a="http://schemas.openxmlformats.org/drawingml/2006/main">
            <a:off x="3124080" y="6356520"/>
            <a:ext cx="289512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buNone/>
              <a:def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buNone/>
            </a:pPr>
            <a:r>
              <a: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&lt;footer&gt;</a:t>
            </a:r>
            <a:endParaRPr sz="14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58" name="PlaceHolder 6">
            <a:extLst xmlns:a="http://schemas.openxmlformats.org/drawingml/2006/main">
              <a:ext uri="{FF2B5EF4-FFF2-40B4-BE49-F238E27FC236}">
                <a16:creationId xmlns:a16="http://schemas.microsoft.com/office/drawing/2014/main" id="{7A44C1D1-164F-4C15-8894-A44C7F4732EE}"/>
              </a:ext>
            </a:extLst>
          </p:cNvPr>
          <p:cNvSpPr>
            <a:spLocks xmlns:a="http://schemas.openxmlformats.org/drawingml/2006/main" noGrp="1"/>
          </p:cNvSpPr>
          <p:nvPr>
            <p:ph type="sldNum" idx="33"/>
          </p:nvPr>
        </p:nvSpPr>
        <p:spPr>
          <a:xfrm xmlns:a="http://schemas.openxmlformats.org/drawingml/2006/main">
            <a:off x="655308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r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algn="r" defTabSz="457200">
              <a:lnSpc>
                <a:spcPct val="100000"/>
              </a:lnSpc>
              <a:buNone/>
            </a:pPr>
            <a:fld id="{98B274AD-299F-487E-9729-FFC20C074CAD}" type="slidenum"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&lt;number&gt;</a:t>
            </a:fld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beefb79c149444a" /><Relationship Type="http://schemas.openxmlformats.org/officeDocument/2006/relationships/slideLayout" Target="/ppt/slideLayouts/slideLayout1.xml" Id="R48f5e498678d42f5" /><Relationship Type="http://schemas.openxmlformats.org/officeDocument/2006/relationships/slideLayout" Target="/ppt/slideLayouts/slideLayout2.xml" Id="Rc09905d17d36424a" /><Relationship Type="http://schemas.openxmlformats.org/officeDocument/2006/relationships/slideLayout" Target="/ppt/slideLayouts/slideLayout3.xml" Id="R917d4c61f40a4dd9" /><Relationship Type="http://schemas.openxmlformats.org/officeDocument/2006/relationships/slideLayout" Target="/ppt/slideLayouts/slideLayout4.xml" Id="R80713c17eb184eed" /><Relationship Type="http://schemas.openxmlformats.org/officeDocument/2006/relationships/slideLayout" Target="/ppt/slideLayouts/slideLayout5.xml" Id="Rf5fe3e2d79e44966" /><Relationship Type="http://schemas.openxmlformats.org/officeDocument/2006/relationships/slideLayout" Target="/ppt/slideLayouts/slideLayout6.xml" Id="R5bbc1a62bfcd44ff" /><Relationship Type="http://schemas.openxmlformats.org/officeDocument/2006/relationships/slideLayout" Target="/ppt/slideLayouts/slideLayout7.xml" Id="Rcb78f6e9ab284db6" /><Relationship Type="http://schemas.openxmlformats.org/officeDocument/2006/relationships/slideLayout" Target="/ppt/slideLayouts/slideLayout8.xml" Id="R56f3c581f9c5409d" /><Relationship Type="http://schemas.openxmlformats.org/officeDocument/2006/relationships/slideLayout" Target="/ppt/slideLayouts/slideLayout9.xml" Id="R66d8547b43e14f8d" /><Relationship Type="http://schemas.openxmlformats.org/officeDocument/2006/relationships/slideLayout" Target="/ppt/slideLayouts/slideLayout10.xml" Id="Rd6c872e8cefd4d84" /><Relationship Type="http://schemas.openxmlformats.org/officeDocument/2006/relationships/slideLayout" Target="/ppt/slideLayouts/slideLayout11.xml" Id="Rb1dce07d7e4e470a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8f5e498678d42f5"/>
    <p:sldLayoutId xmlns:r="http://schemas.openxmlformats.org/officeDocument/2006/relationships" id="2147483650" r:id="Rc09905d17d36424a"/>
    <p:sldLayoutId xmlns:r="http://schemas.openxmlformats.org/officeDocument/2006/relationships" id="2147483651" r:id="R917d4c61f40a4dd9"/>
    <p:sldLayoutId xmlns:r="http://schemas.openxmlformats.org/officeDocument/2006/relationships" id="2147483652" r:id="R80713c17eb184eed"/>
    <p:sldLayoutId xmlns:r="http://schemas.openxmlformats.org/officeDocument/2006/relationships" id="2147483653" r:id="Rf5fe3e2d79e44966"/>
    <p:sldLayoutId xmlns:r="http://schemas.openxmlformats.org/officeDocument/2006/relationships" id="2147483654" r:id="R5bbc1a62bfcd44ff"/>
    <p:sldLayoutId xmlns:r="http://schemas.openxmlformats.org/officeDocument/2006/relationships" id="2147483655" r:id="Rcb78f6e9ab284db6"/>
    <p:sldLayoutId xmlns:r="http://schemas.openxmlformats.org/officeDocument/2006/relationships" id="2147483656" r:id="R56f3c581f9c5409d"/>
    <p:sldLayoutId xmlns:r="http://schemas.openxmlformats.org/officeDocument/2006/relationships" id="2147483657" r:id="R66d8547b43e14f8d"/>
    <p:sldLayoutId xmlns:r="http://schemas.openxmlformats.org/officeDocument/2006/relationships" id="2147483658" r:id="Rd6c872e8cefd4d84"/>
    <p:sldLayoutId xmlns:r="http://schemas.openxmlformats.org/officeDocument/2006/relationships" id="2147483659" r:id="Rb1dce07d7e4e470a"/>
  </p:sldLayoutIdLst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>
          <a:prstDash val="solid"/>
        </a:ln>
        <a:ln w="25400">
          <a:prstDash val="solid"/>
        </a:ln>
        <a:ln w="381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af5864fade49ad" /><Relationship Type="http://schemas.openxmlformats.org/officeDocument/2006/relationships/notesSlide" Target="/ppt/notesSlides/notesSlide1.xml" Id="Rd9bd118f1de749e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c73a2a12ed9f4542" /><Relationship Type="http://schemas.openxmlformats.org/officeDocument/2006/relationships/notesSlide" Target="/ppt/notesSlides/notesSlide2.xml" Id="R43b9aeb6e14047a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344fc15985384282" /><Relationship Type="http://schemas.openxmlformats.org/officeDocument/2006/relationships/notesSlide" Target="/ppt/notesSlides/notesSlide3.xml" Id="Rd7146e2816f34f8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b1aa2cdb42894c20" /><Relationship Type="http://schemas.openxmlformats.org/officeDocument/2006/relationships/image" Target="/ppt/media/image.png" Id="Rfa4f3dab6622409a" /><Relationship Type="http://schemas.openxmlformats.org/officeDocument/2006/relationships/notesSlide" Target="/ppt/notesSlides/notesSlide4.xml" Id="R132591178cbb4a1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b641cb7291664f89" /><Relationship Type="http://schemas.openxmlformats.org/officeDocument/2006/relationships/image" Target="/ppt/media/image2.png" Id="R90fd4562b74449e1" /><Relationship Type="http://schemas.openxmlformats.org/officeDocument/2006/relationships/notesSlide" Target="/ppt/notesSlides/notesSlide5.xml" Id="Rba612eef8f99419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9a24c9b7548a4976" /><Relationship Type="http://schemas.openxmlformats.org/officeDocument/2006/relationships/image" Target="/ppt/media/image3.png" Id="Rf645ae31368d4866" /><Relationship Type="http://schemas.openxmlformats.org/officeDocument/2006/relationships/notesSlide" Target="/ppt/notesSlides/notesSlide6.xml" Id="Rf523da6aac9b4b6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8bd5c22755ce46bd" /><Relationship Type="http://schemas.openxmlformats.org/officeDocument/2006/relationships/image" Target="/ppt/media/image4.png" Id="R31f7cadae9314834" /><Relationship Type="http://schemas.openxmlformats.org/officeDocument/2006/relationships/notesSlide" Target="/ppt/notesSlides/notesSlide7.xml" Id="R6417e0dde0004a2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f0e7f0db2c7149be" /><Relationship Type="http://schemas.openxmlformats.org/officeDocument/2006/relationships/image" Target="/ppt/media/image5.png" Id="R00ca465e016d4d74" /><Relationship Type="http://schemas.openxmlformats.org/officeDocument/2006/relationships/notesSlide" Target="/ppt/notesSlides/notesSlide8.xml" Id="R355bc5c5012947b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6110e61dbaf5488b" /><Relationship Type="http://schemas.openxmlformats.org/officeDocument/2006/relationships/notesSlide" Target="/ppt/notesSlides/notesSlide9.xml" Id="R5cd9a5468ea743fd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5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D23A367D-FD84-49F8-AF2D-0779481DBAE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2130480"/>
            <a:ext cx="7772040" cy="1469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indent="0" algn="ctr" defTabSz="457200">
              <a:lnSpc>
                <a:spcPct val="100000"/>
              </a:lnSpc>
              <a:buNone/>
            </a:pPr>
            <a:r>
              <a:rPr sz="4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Predicción de rotación de empleados</a:t>
            </a:r>
            <a:endParaRPr sz="4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6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3C53B876-F98F-455F-8CFD-759CAEFF3F88}"/>
              </a:ext>
            </a:extLst>
          </p:cNvPr>
          <p:cNvSpPr>
            <a:spLocks xmlns:a="http://schemas.openxmlformats.org/drawingml/2006/main" noGrp="1"/>
          </p:cNvSpPr>
          <p:nvPr>
            <p:ph type="subTitle" idx="0"/>
          </p:nvPr>
        </p:nvSpPr>
        <p:spPr>
          <a:xfrm xmlns:a="http://schemas.openxmlformats.org/drawingml/2006/main">
            <a:off x="1371600" y="3886200"/>
            <a:ext cx="6400440" cy="1752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 algn="ctr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r>
              <a:rPr sz="3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Proyecto educativo · PySpark · scikit-learn · Power BI</a:t>
            </a:r>
            <a:endParaRPr sz="32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7925070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7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53A80CDC-29D0-442F-8406-74BEDDE2A96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80"/>
            <a:ext cx="8229240" cy="1142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indent="0" algn="ctr" defTabSz="457200">
              <a:lnSpc>
                <a:spcPct val="100000"/>
              </a:lnSpc>
              <a:buNone/>
            </a:pPr>
            <a:r>
              <a:rPr sz="4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Alcance del proyecto</a:t>
            </a:r>
            <a:endParaRPr sz="4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8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7A351A14-C962-45F2-863E-8C30FDD9AA81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457200" y="1600200"/>
            <a:ext cx="8229240" cy="452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Ejercicio académico de clasificación binaria con datos de ejemplo.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Integración y preparación con PySpark; evaluación con scikit-learn.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Comparación exploratoria de Regresión Logística, Random Forest y MLP.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Validación cruzada y partición holdout aparecen en resultados distintos.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Prototipo Power BI y visualizaciones descriptivas.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Sin uso operativo ni decisiones sobre empleados.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29111308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9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6AB6FCB5-5C27-4A40-86A2-B59AFB49E51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80"/>
            <a:ext cx="8229240" cy="1142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indent="0" algn="ctr" defTabSz="457200">
              <a:lnSpc>
                <a:spcPct val="100000"/>
              </a:lnSpc>
              <a:buNone/>
            </a:pPr>
            <a:r>
              <a:rPr sz="4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Flujo de trabajo</a:t>
            </a:r>
            <a:endParaRPr sz="4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0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4842B893-A08C-465F-AA27-8DC6A08487EA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457200" y="1600200"/>
            <a:ext cx="8229240" cy="452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• Comprobaciones de calidad y unión por EmployeeNumber.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• ETL con PySpark y creación de variables derivadas.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• Modelado con regresión logística, Random Forest y MLP.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• Métricas: ROC-AUC, PR-AUC y F1; protocolos documentados por separado.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• Exportación de artefactos para análisis educativo.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• No es un modelo validado para una organización real.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34375338"/>
      </p:ext>
    </p:extLst>
  </p:cSld>
</p:sld>
</file>

<file path=ppt/slides/slide4.xml><?xml version="1.0" encoding="utf-8"?>
<p:sld xmlns:a="http://schemas.openxmlformats.org/drawingml/2006/main" xmlns:ns2="http://schemas.microsoft.com/office/drawing/2014/main" xmlns:ns3="http://schemas.openxmlformats.org/officeDocument/2006/relationships" xmlns:ns4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71" name="PlaceHolder 1">
            <a:extLst>
              <a:ext uri="{FF2B5EF4-FFF2-40B4-BE49-F238E27FC236}">
                <ns2:creationId id="{65E0130A-3CA4-4060-A9FD-904D0A35ECFA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1620000" y="11736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sz="4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Métricas exploratorias · LogReg</a:t>
            </a:r>
            <a:endParaRPr sz="4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76" name="Picture 2"/>
          <p:cNvPicPr>
            <a:picLocks noChangeAspect="1"/>
          </p:cNvPicPr>
          <p:nvPr/>
        </p:nvPicPr>
        <p:blipFill>
          <a:blip ns3:embed="Rfa4f3dab6622409a"/>
          <a:srcRect l="10091" t="0" r="10091" b="0"/>
          <a:stretch>
            <a:fillRect l="0" t="0" r="0" b="0"/>
          </a:stretch>
        </p:blipFill>
        <p:spPr>
          <a:xfrm>
            <a:off x="2552700" y="960000"/>
            <a:ext cx="7086600" cy="5011000"/>
          </a:xfrm>
          <a:prstGeom prst="rect">
            <a:avLst/>
          </a:prstGeom>
          <a:ln w="0">
            <a:noFill/>
          </a:ln>
        </p:spPr>
      </p:pic>
      <p:sp>
        <p:nvSpPr>
          <p:cNvPr id="73" name="TextBox 3">
            <a:extLst>
              <a:ext uri="{FF2B5EF4-FFF2-40B4-BE49-F238E27FC236}">
                <ns2:creationId id="{D179EA43-F748-45D7-9F30-071F40E196A0}"/>
              </a:ext>
            </a:extLst>
          </p:cNvPr>
          <p:cNvSpPr>
            <a:spLocks noGrp="1"/>
          </p:cNvSpPr>
          <p:nvPr/>
        </p:nvSpPr>
        <p:spPr>
          <a:xfrm>
            <a:off x="365760" y="6263640"/>
            <a:ext cx="11459880" cy="38404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  <a:buNone/>
            </a:pPr>
            <a:r>
              <a:rPr sz="1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CV OOF (5 particiones): ROC-AUC 0,819 · PR-AUC 0,552 · F1* 0,533. *Umbral optimizado en las mismas predicciones.</a:t>
            </a:r>
            <a:endParaRPr sz="1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ns4:creationId val="1507152452"/>
      </p:ext>
    </p:extLst>
  </p:cSld>
</p:sld>
</file>

<file path=ppt/slides/slide5.xml><?xml version="1.0" encoding="utf-8"?>
<p:sld xmlns:a="http://schemas.openxmlformats.org/drawingml/2006/main" xmlns:ns2="http://schemas.microsoft.com/office/drawing/2014/main" xmlns:ns3="http://schemas.openxmlformats.org/officeDocument/2006/relationships" xmlns:ns4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74" name="PlaceHolder 1">
            <a:extLst>
              <a:ext uri="{FF2B5EF4-FFF2-40B4-BE49-F238E27FC236}">
                <ns2:creationId id="{2D52C905-F951-4F11-BF40-C3409FEC2BF8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507960" y="131400"/>
            <a:ext cx="11242800" cy="126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sz="4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Distribución de scores</a:t>
            </a:r>
            <a:endParaRPr sz="4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79" name="Picture 2"/>
          <p:cNvPicPr>
            <a:picLocks noChangeAspect="1"/>
          </p:cNvPicPr>
          <p:nvPr/>
        </p:nvPicPr>
        <p:blipFill>
          <a:blip ns3:embed="R90fd4562b74449e1"/>
          <a:srcRect l="0" t="2" r="0" b="2"/>
          <a:stretch>
            <a:fillRect l="0" t="0" r="0" b="0"/>
          </a:stretch>
        </p:blipFill>
        <p:spPr>
          <a:xfrm>
            <a:off x="2552700" y="960000"/>
            <a:ext cx="7086600" cy="5011000"/>
          </a:xfrm>
          <a:prstGeom prst="rect">
            <a:avLst/>
          </a:prstGeom>
          <a:ln w="0">
            <a:noFill/>
          </a:ln>
        </p:spPr>
      </p:pic>
      <p:sp>
        <p:nvSpPr>
          <p:cNvPr id="76" name="TextBox 3">
            <a:extLst>
              <a:ext uri="{FF2B5EF4-FFF2-40B4-BE49-F238E27FC236}">
                <ns2:creationId id="{D89E5E77-4B58-410D-B4A2-D67E59D88B59}"/>
              </a:ext>
            </a:extLst>
          </p:cNvPr>
          <p:cNvSpPr>
            <a:spLocks noGrp="1"/>
          </p:cNvSpPr>
          <p:nvPr/>
        </p:nvSpPr>
        <p:spPr>
          <a:xfrm>
            <a:off x="365760" y="6263640"/>
            <a:ext cx="11459880" cy="38404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  <a:buNone/>
            </a:pPr>
            <a:r>
              <a:rPr sz="1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Scores descriptivos; no calibrados ni referidos a personas reales.</a:t>
            </a:r>
            <a:endParaRPr sz="1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ns4:creationId val="303505656"/>
      </p:ext>
    </p:extLst>
  </p:cSld>
</p:sld>
</file>

<file path=ppt/slides/slide6.xml><?xml version="1.0" encoding="utf-8"?>
<p:sld xmlns:a="http://schemas.openxmlformats.org/drawingml/2006/main" xmlns:ns2="http://schemas.microsoft.com/office/drawing/2014/main" xmlns:ns3="http://schemas.openxmlformats.org/officeDocument/2006/relationships" xmlns:ns4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77" name="PlaceHolder 1">
            <a:extLst>
              <a:ext uri="{FF2B5EF4-FFF2-40B4-BE49-F238E27FC236}">
                <ns2:creationId id="{68DF6AE7-B196-4300-BDC9-E0722C6EA253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637200" y="180000"/>
            <a:ext cx="10522800" cy="805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sz="4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Rotación observada por departamento</a:t>
            </a:r>
            <a:endParaRPr sz="4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82" name="Picture 2"/>
          <p:cNvPicPr>
            <a:picLocks noChangeAspect="1"/>
          </p:cNvPicPr>
          <p:nvPr/>
        </p:nvPicPr>
        <p:blipFill>
          <a:blip ns3:embed="Rf645ae31368d4866"/>
          <a:srcRect l="0" t="2" r="0" b="2"/>
          <a:stretch>
            <a:fillRect l="0" t="0" r="0" b="0"/>
          </a:stretch>
        </p:blipFill>
        <p:spPr>
          <a:xfrm>
            <a:off x="2552700" y="960000"/>
            <a:ext cx="7086600" cy="5011000"/>
          </a:xfrm>
          <a:prstGeom prst="rect">
            <a:avLst/>
          </a:prstGeom>
          <a:ln w="0">
            <a:noFill/>
          </a:ln>
        </p:spPr>
      </p:pic>
      <p:sp>
        <p:nvSpPr>
          <p:cNvPr id="79" name="TextBox 3">
            <a:extLst>
              <a:ext uri="{FF2B5EF4-FFF2-40B4-BE49-F238E27FC236}">
                <ns2:creationId id="{8BD09EE3-65E6-4BF7-8BB4-A3EB9FD7A8CC}"/>
              </a:ext>
            </a:extLst>
          </p:cNvPr>
          <p:cNvSpPr>
            <a:spLocks noGrp="1"/>
          </p:cNvSpPr>
          <p:nvPr/>
        </p:nvSpPr>
        <p:spPr>
          <a:xfrm>
            <a:off x="360000" y="6263640"/>
            <a:ext cx="11459880" cy="38404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  <a:buNone/>
            </a:pPr>
            <a:r>
              <a:rPr sz="1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Datos de ejemplo; asociación descriptiva, no causal.</a:t>
            </a:r>
            <a:endParaRPr sz="1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ns4:creationId val="1672691024"/>
      </p:ext>
    </p:extLst>
  </p:cSld>
</p:sld>
</file>

<file path=ppt/slides/slide7.xml><?xml version="1.0" encoding="utf-8"?>
<p:sld xmlns:a="http://schemas.openxmlformats.org/drawingml/2006/main" xmlns:ns2="http://schemas.microsoft.com/office/drawing/2014/main" xmlns:ns3="http://schemas.openxmlformats.org/officeDocument/2006/relationships" xmlns:ns4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80" name="PlaceHolder 1">
            <a:extLst>
              <a:ext uri="{FF2B5EF4-FFF2-40B4-BE49-F238E27FC236}">
                <ns2:creationId id="{34C86444-1BAA-4375-A625-51721868B148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457200" y="180000"/>
            <a:ext cx="11242800" cy="805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sz="4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Rotación observada y horas extra</a:t>
            </a:r>
            <a:endParaRPr sz="4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85" name="Picture 2"/>
          <p:cNvPicPr>
            <a:picLocks noChangeAspect="1"/>
          </p:cNvPicPr>
          <p:nvPr/>
        </p:nvPicPr>
        <p:blipFill>
          <a:blip ns3:embed="R31f7cadae9314834"/>
          <a:srcRect l="0" t="2" r="0" b="2"/>
          <a:stretch>
            <a:fillRect l="0" t="0" r="0" b="0"/>
          </a:stretch>
        </p:blipFill>
        <p:spPr>
          <a:xfrm>
            <a:off x="2552700" y="960000"/>
            <a:ext cx="7086600" cy="5011000"/>
          </a:xfrm>
          <a:prstGeom prst="rect">
            <a:avLst/>
          </a:prstGeom>
          <a:ln w="0">
            <a:noFill/>
          </a:ln>
        </p:spPr>
      </p:pic>
      <p:sp>
        <p:nvSpPr>
          <p:cNvPr id="82" name="TextBox 3">
            <a:extLst>
              <a:ext uri="{FF2B5EF4-FFF2-40B4-BE49-F238E27FC236}">
                <ns2:creationId id="{3DBC67BC-AB62-47CE-B97D-EBE84C4AEF3A}"/>
              </a:ext>
            </a:extLst>
          </p:cNvPr>
          <p:cNvSpPr>
            <a:spLocks noGrp="1"/>
          </p:cNvSpPr>
          <p:nvPr/>
        </p:nvSpPr>
        <p:spPr>
          <a:xfrm>
            <a:off x="263880" y="6263640"/>
            <a:ext cx="11459880" cy="38404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  <a:buNone/>
            </a:pPr>
            <a:r>
              <a:rPr sz="1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Asociación descriptiva; no causal ni aplicable a una plantilla real.</a:t>
            </a:r>
            <a:endParaRPr sz="1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ns4:creationId val="1461787212"/>
      </p:ext>
    </p:extLst>
  </p:cSld>
</p:sld>
</file>

<file path=ppt/slides/slide8.xml><?xml version="1.0" encoding="utf-8"?>
<p:sld xmlns:a="http://schemas.openxmlformats.org/drawingml/2006/main" xmlns:ns2="http://schemas.microsoft.com/office/drawing/2014/main" xmlns:ns3="http://schemas.openxmlformats.org/officeDocument/2006/relationships" xmlns:ns4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83" name="PlaceHolder 1">
            <a:extLst>
              <a:ext uri="{FF2B5EF4-FFF2-40B4-BE49-F238E27FC236}">
                <ns2:creationId id="{485DE502-EFBA-44FD-BADB-C6C681436252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817200" y="0"/>
            <a:ext cx="11062800" cy="985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sz="4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Coeficientes del modelo LogReg</a:t>
            </a:r>
            <a:endParaRPr sz="4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88" name="Picture 2"/>
          <p:cNvPicPr>
            <a:picLocks noChangeAspect="1"/>
          </p:cNvPicPr>
          <p:nvPr/>
        </p:nvPicPr>
        <p:blipFill>
          <a:blip ns3:embed="R00ca465e016d4d74"/>
          <a:srcRect l="10386" t="0" r="10386" b="0"/>
          <a:stretch>
            <a:fillRect l="0" t="0" r="0" b="0"/>
          </a:stretch>
        </p:blipFill>
        <p:spPr>
          <a:xfrm>
            <a:off x="2552700" y="960000"/>
            <a:ext cx="7086600" cy="5011000"/>
          </a:xfrm>
          <a:prstGeom prst="rect">
            <a:avLst/>
          </a:prstGeom>
          <a:ln w="0">
            <a:noFill/>
          </a:ln>
        </p:spPr>
      </p:pic>
      <p:sp>
        <p:nvSpPr>
          <p:cNvPr id="85" name="TextBox 3">
            <a:extLst>
              <a:ext uri="{FF2B5EF4-FFF2-40B4-BE49-F238E27FC236}">
                <ns2:creationId id="{AF3E641E-B559-4B63-B439-358EDFBBC910}"/>
              </a:ext>
            </a:extLst>
          </p:cNvPr>
          <p:cNvSpPr>
            <a:spLocks noGrp="1"/>
          </p:cNvSpPr>
          <p:nvPr/>
        </p:nvSpPr>
        <p:spPr>
          <a:xfrm>
            <a:off x="302040" y="6263640"/>
            <a:ext cx="11459880" cy="38404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  <a:buNone/>
            </a:pPr>
            <a:r>
              <a:rPr sz="1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Asociaciones del modelo; no son efectos causales.</a:t>
            </a:r>
            <a:endParaRPr sz="1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ns4:creationId val="78240608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6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97F62F03-CE33-4FE9-9DF1-F95A7525FFD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80"/>
            <a:ext cx="8229240" cy="1142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indent="0" algn="ctr" defTabSz="457200">
              <a:lnSpc>
                <a:spcPct val="100000"/>
              </a:lnSpc>
              <a:buNone/>
            </a:pPr>
            <a:r>
              <a:rPr sz="4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Limitaciones y siguientes pasos</a:t>
            </a:r>
            <a:endParaRPr sz="4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87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6F0B9206-BCA7-49C5-B770-F20910E47C4A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457200" y="1600200"/>
            <a:ext cx="8229240" cy="452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La encuesta de clima es sintética y reproducible; no representa respuestas reales.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Separar conjuntos y protocolos de evaluación de forma reproducible.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Realizar validación independiente y temporal antes de cualquier afirmación predictiva.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Revisar calibración, privacidad y equidad con datos apropiados.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Mantener el proyecto como demostración educativa, sin decisiones laborales.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13839746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>
          <a:prstDash val="solid"/>
        </a:ln>
        <a:ln w="25400">
          <a:prstDash val="solid"/>
        </a:ln>
        <a:ln w="381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2026-10-04T17:02:45.8230000Z</dcterms:created>
  <dcterms:modified xsi:type="dcterms:W3CDTF">2026-10-04T17:02:45.8230000Z</dcterms:modified>
</coreProperties>
</file>