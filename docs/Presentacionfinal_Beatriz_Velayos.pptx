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fb6eb7f8eb44bc" /><Relationship Type="http://schemas.openxmlformats.org/officeDocument/2006/relationships/extended-properties" Target="/docProps/app.xml" Id="R8cef275a4def4d5c" /><Relationship Type="http://schemas.openxmlformats.org/officeDocument/2006/relationships/officeDocument" Target="/ppt/presentation.xml" Id="R76d588e5fdb643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705c9ce11d4871"/>
  </p:sldMasterIdLst>
  <p:notesMasterIdLst>
    <p:notesMasterId xmlns:r="http://schemas.openxmlformats.org/officeDocument/2006/relationships" r:id="Rddb9b49042ca458b"/>
  </p:notesMasterIdLst>
  <p:sldIdLst>
    <p:sldId xmlns:r="http://schemas.openxmlformats.org/officeDocument/2006/relationships" id="256" r:id="R13a1db4af5c34353"/>
    <p:sldId xmlns:r="http://schemas.openxmlformats.org/officeDocument/2006/relationships" id="257" r:id="R1b88d509fe1a4d2a"/>
    <p:sldId xmlns:r="http://schemas.openxmlformats.org/officeDocument/2006/relationships" id="258" r:id="R79f7297b6dd84b44"/>
    <p:sldId xmlns:r="http://schemas.openxmlformats.org/officeDocument/2006/relationships" id="259" r:id="Rf8656044e1404aa2"/>
    <p:sldId xmlns:r="http://schemas.openxmlformats.org/officeDocument/2006/relationships" id="260" r:id="R39b033d4c9fe4670"/>
    <p:sldId xmlns:r="http://schemas.openxmlformats.org/officeDocument/2006/relationships" id="261" r:id="Ra70e60ee0094428e"/>
    <p:sldId xmlns:r="http://schemas.openxmlformats.org/officeDocument/2006/relationships" id="262" r:id="Rd6886ddd08be455d"/>
    <p:sldId xmlns:r="http://schemas.openxmlformats.org/officeDocument/2006/relationships" id="263" r:id="Rf5228561953c45aa"/>
    <p:sldId xmlns:r="http://schemas.openxmlformats.org/officeDocument/2006/relationships" id="264" r:id="Rc5cf0ffd8d99474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18405adfd93479b" /><Relationship Type="http://schemas.openxmlformats.org/officeDocument/2006/relationships/slideMaster" Target="/ppt/slideMasters/slideMaster1.xml" Id="R60705c9ce11d4871" /><Relationship Type="http://schemas.openxmlformats.org/officeDocument/2006/relationships/notesMaster" Target="/ppt/notesMasters/notesMaster1.xml" Id="Rddb9b49042ca458b" /><Relationship Type="http://schemas.openxmlformats.org/officeDocument/2006/relationships/presProps" Target="/ppt/presProps.xml" Id="Rb23b3bcdcafe4783" /><Relationship Type="http://schemas.openxmlformats.org/officeDocument/2006/relationships/tableStyles" Target="/ppt/tableStyles.xml" Id="R86673577016b4f53" /><Relationship Type="http://schemas.openxmlformats.org/officeDocument/2006/relationships/slide" Target="/ppt/slides/slide1.xml" Id="R13a1db4af5c34353" /><Relationship Type="http://schemas.openxmlformats.org/officeDocument/2006/relationships/slide" Target="/ppt/slides/slide2.xml" Id="R1b88d509fe1a4d2a" /><Relationship Type="http://schemas.openxmlformats.org/officeDocument/2006/relationships/slide" Target="/ppt/slides/slide3.xml" Id="R79f7297b6dd84b44" /><Relationship Type="http://schemas.openxmlformats.org/officeDocument/2006/relationships/slide" Target="/ppt/slides/slide4.xml" Id="Rf8656044e1404aa2" /><Relationship Type="http://schemas.openxmlformats.org/officeDocument/2006/relationships/slide" Target="/ppt/slides/slide5.xml" Id="R39b033d4c9fe4670" /><Relationship Type="http://schemas.openxmlformats.org/officeDocument/2006/relationships/slide" Target="/ppt/slides/slide6.xml" Id="Ra70e60ee0094428e" /><Relationship Type="http://schemas.openxmlformats.org/officeDocument/2006/relationships/slide" Target="/ppt/slides/slide7.xml" Id="Rd6886ddd08be455d" /><Relationship Type="http://schemas.openxmlformats.org/officeDocument/2006/relationships/slide" Target="/ppt/slides/slide8.xml" Id="Rf5228561953c45aa" /><Relationship Type="http://schemas.openxmlformats.org/officeDocument/2006/relationships/slide" Target="/ppt/slides/slide9.xml" Id="Rc5cf0ffd8d9947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a38ee22cbc4c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84637bf8394529" /><Relationship Type="http://schemas.openxmlformats.org/officeDocument/2006/relationships/notesMaster" Target="/ppt/notesMasters/notesMaster1.xml" Id="Ra7dbc31c133f4a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38f025179f46b3" /><Relationship Type="http://schemas.openxmlformats.org/officeDocument/2006/relationships/notesMaster" Target="/ppt/notesMasters/notesMaster1.xml" Id="R7022de8ceb8f48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955ebcbc4f4639" /><Relationship Type="http://schemas.openxmlformats.org/officeDocument/2006/relationships/notesMaster" Target="/ppt/notesMasters/notesMaster1.xml" Id="Rc057c992937240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ba9c60013b34501" /><Relationship Type="http://schemas.openxmlformats.org/officeDocument/2006/relationships/notesMaster" Target="/ppt/notesMasters/notesMaster1.xml" Id="Red9d4a61cc3f4c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d7e0220300c47b4" /><Relationship Type="http://schemas.openxmlformats.org/officeDocument/2006/relationships/notesMaster" Target="/ppt/notesMasters/notesMaster1.xml" Id="Rcd334921a66a46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76552eeee14023" /><Relationship Type="http://schemas.openxmlformats.org/officeDocument/2006/relationships/notesMaster" Target="/ppt/notesMasters/notesMaster1.xml" Id="R7db655299f9c4e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655044a80344a1" /><Relationship Type="http://schemas.openxmlformats.org/officeDocument/2006/relationships/notesMaster" Target="/ppt/notesMasters/notesMaster1.xml" Id="R143c6e7b7fab484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df91dec8495410f" /><Relationship Type="http://schemas.openxmlformats.org/officeDocument/2006/relationships/notesMaster" Target="/ppt/notesMasters/notesMaster1.xml" Id="Rf30ca17e4bf5467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4df6e58b6634723" /><Relationship Type="http://schemas.openxmlformats.org/officeDocument/2006/relationships/notesMaster" Target="/ppt/notesMasters/notesMaster1.xml" Id="Rc3f08cdbba8943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Proyecto educativo de bootcamp. Los datos son de ejemplo y el modelo no está validado para uso laboral. No representa un sistema para decidir sobre empleados.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Presentar el alcance académico. Las métricas usan más de un protocolo y no deben compararse como una misma evaluación. No hay umbral operativo ni evidencia de impacto.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La unión se realiza por EmployeeNumber. Evitar asegurar ausencia de errores sin revisar el informe generado. Spark ejecuta por defecto en local[*].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Métricas guardadas calculadas con predicciones out-of-fold. El código corrigió después la alineación de umbrales; el entrenamiento no se pudo regenerar en este entorno. Recalcular antes de citar cifras definitivas.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Histograma de scores exportados. No interpretar como probabilidades calibradas ni como riesgo real de personas.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Tasas descriptivas agregadas del conjunto de referencia. No equivalen a hallazgos de la empresa.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Asociación descriptiva. No puede inferirse causalidad a partir de este gráfico.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Coeficientes de la regresión logística para las variables transformadas. Dependientes del preprocesamiento y del conjunto; no son efectos causales.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Limitaciones principales: procedencia/licencia de la encuesta sin verificar; conjunto de demostración; métricas exploratorias; sin validación temporal, calibración, ni análisis formal de equidad. No emplear en decisiones de RRHH.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e2e16454794e5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a83ed4b5e2479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07fad50ea1458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817b5382f84f2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a417b66af04cc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f9b39ca31042d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421289a3254f3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24dc45f167425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1212d4d2b44f6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84026480164fd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ab3730daaf4b01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B045BEB-2A0E-4CE6-BB6B-54367B6FD4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2130480"/>
            <a:ext cx="7772040" cy="146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400B048-375F-4CCE-8677-D24244CEB6B0}"/>
              </a:ext>
            </a:extLst>
          </p:cNvPr>
          <p:cNvSpPr>
            <a:spLocks xmlns:a="http://schemas.openxmlformats.org/drawingml/2006/main" noGrp="1"/>
          </p:cNvSpPr>
          <p:nvPr>
            <p:ph type="dt" idx="1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534ED38-BE2E-4097-BF42-7AA9C1DD938A}"/>
              </a:ext>
            </a:extLst>
          </p:cNvPr>
          <p:cNvSpPr>
            <a:spLocks xmlns:a="http://schemas.openxmlformats.org/drawingml/2006/main" noGrp="1"/>
          </p:cNvSpPr>
          <p:nvPr>
            <p:ph type="ftr" idx="2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E1FA4F4A-79B3-4B01-83EB-FC6B69468BEF}"/>
              </a:ext>
            </a:extLst>
          </p:cNvPr>
          <p:cNvSpPr>
            <a:spLocks xmlns:a="http://schemas.openxmlformats.org/drawingml/2006/main" noGrp="1"/>
          </p:cNvSpPr>
          <p:nvPr>
            <p:ph type="sldNum" idx="3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C1F15649-DE97-4D31-AB74-DF95F7F404A2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ED78EDD1-9F93-4766-A3B3-544BB64CE98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08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</p:sldLayout>
</file>

<file path=ppt/slideLayouts/slideLayout2.xml><?xml version="1.0" encoding="utf-8"?>
<p:sldLayout xmlns:p="http://schemas.openxmlformats.org/presentationml/2006/main" type="vertTx" preserve="1">
  <p:cSld name="Title and Vertical Tex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9818B03-43EF-471D-9B0F-806B50EAD5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08F42C79-D9B9-4690-810F-822A8E495F0F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F77D8B3-B6C4-49BF-A6ED-3FE7884837C6}"/>
              </a:ext>
            </a:extLst>
          </p:cNvPr>
          <p:cNvSpPr>
            <a:spLocks xmlns:a="http://schemas.openxmlformats.org/drawingml/2006/main" noGrp="1"/>
          </p:cNvSpPr>
          <p:nvPr>
            <p:ph type="dt" idx="4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C489B14-863F-47CC-8615-6159481E6697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A9841976-2504-4DC8-AC01-91F582216535}"/>
              </a:ext>
            </a:extLst>
          </p:cNvPr>
          <p:cNvSpPr>
            <a:spLocks xmlns:a="http://schemas.openxmlformats.org/drawingml/2006/main" noGrp="1"/>
          </p:cNvSpPr>
          <p:nvPr>
            <p:ph type="sldNum" idx="6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709F07B7-EBC3-4A18-A366-933C874466B9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type="vertTitleAndTx" preserve="1">
  <p:cSld name="Vertical Title and Tex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5CB3FCA-F927-42AD-B435-F5CA19FF27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80"/>
            <a:ext cx="2057040" cy="585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797F264-EB23-43F7-BE6E-A83A74F05C76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274680"/>
            <a:ext cx="6019560" cy="585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9C3D623-7E4C-4D4F-824F-A46044981564}"/>
              </a:ext>
            </a:extLst>
          </p:cNvPr>
          <p:cNvSpPr>
            <a:spLocks xmlns:a="http://schemas.openxmlformats.org/drawingml/2006/main" noGrp="1"/>
          </p:cNvSpPr>
          <p:nvPr>
            <p:ph type="dt" idx="7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0EB213CB-45ED-4265-8C41-9E860FD5EBEC}"/>
              </a:ext>
            </a:extLst>
          </p:cNvPr>
          <p:cNvSpPr>
            <a:spLocks xmlns:a="http://schemas.openxmlformats.org/drawingml/2006/main" noGrp="1"/>
          </p:cNvSpPr>
          <p:nvPr>
            <p:ph type="ftr" idx="8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F965281D-21E0-445E-99DC-518C9F0DCA75}"/>
              </a:ext>
            </a:extLst>
          </p:cNvPr>
          <p:cNvSpPr>
            <a:spLocks xmlns:a="http://schemas.openxmlformats.org/drawingml/2006/main" noGrp="1"/>
          </p:cNvSpPr>
          <p:nvPr>
            <p:ph type="sldNum" idx="9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3992E60D-EFD5-41CD-9019-06F17E86CF44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4.xml><?xml version="1.0" encoding="utf-8"?>
<p:sldLayout xmlns:p="http://schemas.openxmlformats.org/presentationml/2006/main" type="obj" preserve="1">
  <p:cSld name="Title and Conten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CFB4A70-63BE-4A86-A10C-127F6FC519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BD98FA3C-7042-403B-B90B-40EBE66E00AF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1B205F6A-5C20-4B77-95E7-B2740AD564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3B5B0793-ADFF-4280-B6C3-066C6341DF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651BCD72-C350-45DE-A806-71B42B5776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8C8D860B-5ABB-4C55-8043-68CB8500841E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type="blank" preserve="1">
  <p:cSld name="Section Header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0961491-152E-47B4-939A-009EC00CFB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160" y="4406760"/>
            <a:ext cx="7772040" cy="13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4000" b="1" u="none" cap="all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16C0524-F074-4195-9ABC-98B9DE1701F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722160" y="2906640"/>
            <a:ext cx="7772040" cy="1499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sz="20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AE8FA829-DDDE-4DF0-BE5F-C05B90E155E9}"/>
              </a:ext>
            </a:extLst>
          </p:cNvPr>
          <p:cNvSpPr>
            <a:spLocks xmlns:a="http://schemas.openxmlformats.org/drawingml/2006/main" noGrp="1"/>
          </p:cNvSpPr>
          <p:nvPr>
            <p:ph type="dt" idx="13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8986A44C-CCF3-4C02-A767-0AE0F7065A81}"/>
              </a:ext>
            </a:extLst>
          </p:cNvPr>
          <p:cNvSpPr>
            <a:spLocks xmlns:a="http://schemas.openxmlformats.org/drawingml/2006/main" noGrp="1"/>
          </p:cNvSpPr>
          <p:nvPr>
            <p:ph type="ftr" idx="14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CB575852-B480-47B1-AF79-D344823E13F2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EAE19106-4133-4231-94FB-64473ACB2E5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6.xml><?xml version="1.0" encoding="utf-8"?>
<p:sldLayout xmlns:p="http://schemas.openxmlformats.org/presentationml/2006/main" type="twoObj" preserve="1">
  <p:cSld name="Two Conten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114DD276-B803-4018-91E0-6BB80ECF40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9A342F0D-6E83-4C7E-BC83-B1FBDB4CD40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403812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5CFBB45A-9C1D-4EF6-B98A-7BF8BB6C719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8320" y="1600200"/>
            <a:ext cx="403812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671C9BC-98B0-4862-A610-93A68CF4EEC3}"/>
              </a:ext>
            </a:extLst>
          </p:cNvPr>
          <p:cNvSpPr>
            <a:spLocks xmlns:a="http://schemas.openxmlformats.org/drawingml/2006/main" noGrp="1"/>
          </p:cNvSpPr>
          <p:nvPr>
            <p:ph type="dt" idx="16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0CBBAF7F-CBAB-41BA-9AAB-0F505B8FE1FF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0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5784BFED-57F1-4653-971E-7CF94B264116}"/>
              </a:ext>
            </a:extLst>
          </p:cNvPr>
          <p:cNvSpPr>
            <a:spLocks xmlns:a="http://schemas.openxmlformats.org/drawingml/2006/main" noGrp="1"/>
          </p:cNvSpPr>
          <p:nvPr>
            <p:ph type="sldNum" idx="18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00A58784-66A9-47C0-9CF9-FDDB1C8BC581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Comparis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680C123-FAA4-448A-8E22-53E10D920A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CC5637D-13A3-4136-90D9-F6F6CD6DBDC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535040"/>
            <a:ext cx="403992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sz="24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36AC343F-E878-406D-A471-FA1D781A459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2174760"/>
            <a:ext cx="4039920" cy="395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5125F616-3D28-43B6-ABEC-D237CB2CD029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5080" y="1535040"/>
            <a:ext cx="404136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sz="24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87BF1A16-8608-4169-BE57-69C17805DAD6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5080" y="2174760"/>
            <a:ext cx="4041360" cy="395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41B7E583-6E2A-4252-ACFE-704DB359FB22}"/>
              </a:ext>
            </a:extLst>
          </p:cNvPr>
          <p:cNvSpPr>
            <a:spLocks xmlns:a="http://schemas.openxmlformats.org/drawingml/2006/main" noGrp="1"/>
          </p:cNvSpPr>
          <p:nvPr>
            <p:ph type="dt" idx="19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7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5A0CAC17-B7AE-456F-A878-2AC74A583D11}"/>
              </a:ext>
            </a:extLst>
          </p:cNvPr>
          <p:cNvSpPr>
            <a:spLocks xmlns:a="http://schemas.openxmlformats.org/drawingml/2006/main" noGrp="1"/>
          </p:cNvSpPr>
          <p:nvPr>
            <p:ph type="ftr" idx="20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8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47DA26AF-F12C-49F1-B75B-09840EA8AF98}"/>
              </a:ext>
            </a:extLst>
          </p:cNvPr>
          <p:cNvSpPr>
            <a:spLocks xmlns:a="http://schemas.openxmlformats.org/drawingml/2006/main" noGrp="1"/>
          </p:cNvSpPr>
          <p:nvPr>
            <p:ph type="sldNum" idx="21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335B3173-9225-43C2-B209-5B9A286072F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8.xml><?xml version="1.0" encoding="utf-8"?>
<p:sldLayout xmlns:p="http://schemas.openxmlformats.org/presentationml/2006/main" type="titleOnly" preserve="1">
  <p:cSld name="Title Only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3763E7A-8BDF-42FF-B600-BE66D1690F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B0771A9F-5E40-4573-9443-2E1F837034F5}"/>
              </a:ext>
            </a:extLst>
          </p:cNvPr>
          <p:cNvSpPr>
            <a:spLocks xmlns:a="http://schemas.openxmlformats.org/drawingml/2006/main" noGrp="1"/>
          </p:cNvSpPr>
          <p:nvPr>
            <p:ph type="dt" idx="22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943924D9-BC3D-45AF-B5D7-5C4EC3730B0E}"/>
              </a:ext>
            </a:extLst>
          </p:cNvPr>
          <p:cNvSpPr>
            <a:spLocks xmlns:a="http://schemas.openxmlformats.org/drawingml/2006/main" noGrp="1"/>
          </p:cNvSpPr>
          <p:nvPr>
            <p:ph type="ftr" idx="23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2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4D75C19-8865-496F-AD4D-BC0B9D7007B0}"/>
              </a:ext>
            </a:extLst>
          </p:cNvPr>
          <p:cNvSpPr>
            <a:spLocks xmlns:a="http://schemas.openxmlformats.org/drawingml/2006/main" noGrp="1"/>
          </p:cNvSpPr>
          <p:nvPr>
            <p:ph type="sldNum" idx="24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1B541422-026A-41A2-BAA3-EBC9553034F4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3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D8E7E9AB-CCF8-494D-ABFF-C27AC1377C7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08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</p:sldLayout>
</file>

<file path=ppt/slideLayouts/slideLayout9.xml><?xml version="1.0" encoding="utf-8"?>
<p:sldLayout xmlns:p="http://schemas.openxmlformats.org/presentationml/2006/main" type="blank" preserve="1">
  <p:cSld name="Blank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8EE9F77-FF91-4B8B-96EF-F856024B6530}"/>
              </a:ext>
            </a:extLst>
          </p:cNvPr>
          <p:cNvSpPr>
            <a:spLocks xmlns:a="http://schemas.openxmlformats.org/drawingml/2006/main" noGrp="1"/>
          </p:cNvSpPr>
          <p:nvPr>
            <p:ph type="dt" idx="25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6DAC5DA-04CD-4738-B270-588C2F4099D9}"/>
              </a:ext>
            </a:extLst>
          </p:cNvPr>
          <p:cNvSpPr>
            <a:spLocks xmlns:a="http://schemas.openxmlformats.org/drawingml/2006/main" noGrp="1"/>
          </p:cNvSpPr>
          <p:nvPr>
            <p:ph type="ftr" idx="26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6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7AA15843-A8B0-48E9-8A97-4117540375DF}"/>
              </a:ext>
            </a:extLst>
          </p:cNvPr>
          <p:cNvSpPr>
            <a:spLocks xmlns:a="http://schemas.openxmlformats.org/drawingml/2006/main" noGrp="1"/>
          </p:cNvSpPr>
          <p:nvPr>
            <p:ph type="sldNum" idx="27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7DBD564E-998E-4A3F-9B53-86B1A84650EE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10.xml><?xml version="1.0" encoding="utf-8"?>
<p:sldLayout xmlns:p="http://schemas.openxmlformats.org/presentationml/2006/main" type="blank" preserve="1">
  <p:cSld name="Content with Capti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CC96145-5E18-442F-8206-8CCBE25968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2880"/>
            <a:ext cx="3007800" cy="1161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20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8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8FCCA03-DC70-43F0-B211-D832220AB5D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3575160" y="272880"/>
            <a:ext cx="5111280" cy="585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9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B0C6F7FF-79BE-46BA-A83C-A90E3D078A39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434960"/>
            <a:ext cx="3007800" cy="46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1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0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2D490194-C936-4503-BD7F-114BFB17D8D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1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0BF7F858-C3B5-46C4-A560-1F4AAAB55EDF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2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F8ADE7F9-C0F9-4A6D-B40F-06A871881BE2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E9DCBC23-3989-4AE8-8C0A-65784AA9C6E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11.xml><?xml version="1.0" encoding="utf-8"?>
<p:sldLayout xmlns:p="http://schemas.openxmlformats.org/presentationml/2006/main" type="blank" preserve="1">
  <p:cSld name="Picture with Capti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B0C4AF98-3128-411F-810B-BA781B94E9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440" y="4800600"/>
            <a:ext cx="5486040" cy="566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20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A23D7E5-3E3C-43B6-81C3-F4192842F55A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1792440" y="612720"/>
            <a:ext cx="5486040" cy="411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5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CB590483-0173-4F5A-A9DB-A1697C5705DA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1792440" y="5367240"/>
            <a:ext cx="5486040" cy="80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1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FFCDFBF4-C5D0-486D-ACE0-36AACB5416C5}"/>
              </a:ext>
            </a:extLst>
          </p:cNvPr>
          <p:cNvSpPr>
            <a:spLocks xmlns:a="http://schemas.openxmlformats.org/drawingml/2006/main" noGrp="1"/>
          </p:cNvSpPr>
          <p:nvPr>
            <p:ph type="dt" idx="31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7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7AB82F94-296D-4143-80A5-113DD2E90BCF}"/>
              </a:ext>
            </a:extLst>
          </p:cNvPr>
          <p:cNvSpPr>
            <a:spLocks xmlns:a="http://schemas.openxmlformats.org/drawingml/2006/main" noGrp="1"/>
          </p:cNvSpPr>
          <p:nvPr>
            <p:ph type="ftr" idx="32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8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7A44C1D1-164F-4C15-8894-A44C7F4732EE}"/>
              </a:ext>
            </a:extLst>
          </p:cNvPr>
          <p:cNvSpPr>
            <a:spLocks xmlns:a="http://schemas.openxmlformats.org/drawingml/2006/main" noGrp="1"/>
          </p:cNvSpPr>
          <p:nvPr>
            <p:ph type="sldNum" idx="33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98B274AD-299F-487E-9729-FFC20C074CAD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5a2cd11f0a4be8" /><Relationship Type="http://schemas.openxmlformats.org/officeDocument/2006/relationships/slideLayout" Target="/ppt/slideLayouts/slideLayout1.xml" Id="R9e840044cecb4e81" /><Relationship Type="http://schemas.openxmlformats.org/officeDocument/2006/relationships/slideLayout" Target="/ppt/slideLayouts/slideLayout2.xml" Id="R8d098b2d8631469f" /><Relationship Type="http://schemas.openxmlformats.org/officeDocument/2006/relationships/slideLayout" Target="/ppt/slideLayouts/slideLayout3.xml" Id="R2aeb298c6d424a7c" /><Relationship Type="http://schemas.openxmlformats.org/officeDocument/2006/relationships/slideLayout" Target="/ppt/slideLayouts/slideLayout4.xml" Id="R3a6d3a32c66d446a" /><Relationship Type="http://schemas.openxmlformats.org/officeDocument/2006/relationships/slideLayout" Target="/ppt/slideLayouts/slideLayout5.xml" Id="R1b6e80f28f17423c" /><Relationship Type="http://schemas.openxmlformats.org/officeDocument/2006/relationships/slideLayout" Target="/ppt/slideLayouts/slideLayout6.xml" Id="R02ef8af9590343f7" /><Relationship Type="http://schemas.openxmlformats.org/officeDocument/2006/relationships/slideLayout" Target="/ppt/slideLayouts/slideLayout7.xml" Id="Rdae79996af1a4f4a" /><Relationship Type="http://schemas.openxmlformats.org/officeDocument/2006/relationships/slideLayout" Target="/ppt/slideLayouts/slideLayout8.xml" Id="R5756cfcd9f1f47ca" /><Relationship Type="http://schemas.openxmlformats.org/officeDocument/2006/relationships/slideLayout" Target="/ppt/slideLayouts/slideLayout9.xml" Id="Rfb694b4fbc354384" /><Relationship Type="http://schemas.openxmlformats.org/officeDocument/2006/relationships/slideLayout" Target="/ppt/slideLayouts/slideLayout10.xml" Id="R86b493953aae43ac" /><Relationship Type="http://schemas.openxmlformats.org/officeDocument/2006/relationships/slideLayout" Target="/ppt/slideLayouts/slideLayout11.xml" Id="R5bb110239dd7400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840044cecb4e81"/>
    <p:sldLayoutId xmlns:r="http://schemas.openxmlformats.org/officeDocument/2006/relationships" id="2147483650" r:id="R8d098b2d8631469f"/>
    <p:sldLayoutId xmlns:r="http://schemas.openxmlformats.org/officeDocument/2006/relationships" id="2147483651" r:id="R2aeb298c6d424a7c"/>
    <p:sldLayoutId xmlns:r="http://schemas.openxmlformats.org/officeDocument/2006/relationships" id="2147483652" r:id="R3a6d3a32c66d446a"/>
    <p:sldLayoutId xmlns:r="http://schemas.openxmlformats.org/officeDocument/2006/relationships" id="2147483653" r:id="R1b6e80f28f17423c"/>
    <p:sldLayoutId xmlns:r="http://schemas.openxmlformats.org/officeDocument/2006/relationships" id="2147483654" r:id="R02ef8af9590343f7"/>
    <p:sldLayoutId xmlns:r="http://schemas.openxmlformats.org/officeDocument/2006/relationships" id="2147483655" r:id="Rdae79996af1a4f4a"/>
    <p:sldLayoutId xmlns:r="http://schemas.openxmlformats.org/officeDocument/2006/relationships" id="2147483656" r:id="R5756cfcd9f1f47ca"/>
    <p:sldLayoutId xmlns:r="http://schemas.openxmlformats.org/officeDocument/2006/relationships" id="2147483657" r:id="Rfb694b4fbc354384"/>
    <p:sldLayoutId xmlns:r="http://schemas.openxmlformats.org/officeDocument/2006/relationships" id="2147483658" r:id="R86b493953aae43ac"/>
    <p:sldLayoutId xmlns:r="http://schemas.openxmlformats.org/officeDocument/2006/relationships" id="2147483659" r:id="R5bb110239dd74000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03cdcc70424424" /><Relationship Type="http://schemas.openxmlformats.org/officeDocument/2006/relationships/notesSlide" Target="/ppt/notesSlides/notesSlide1.xml" Id="R7fc8121e3b924db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5402d3576bea445b" /><Relationship Type="http://schemas.openxmlformats.org/officeDocument/2006/relationships/notesSlide" Target="/ppt/notesSlides/notesSlide2.xml" Id="Rd26e1a6fb3c443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a6b41ed8f104989" /><Relationship Type="http://schemas.openxmlformats.org/officeDocument/2006/relationships/notesSlide" Target="/ppt/notesSlides/notesSlide3.xml" Id="R076366ca5e7d4d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c51019ba9e804f92" /><Relationship Type="http://schemas.openxmlformats.org/officeDocument/2006/relationships/image" Target="/ppt/media/image.png" Id="R367a84ca3dbe4c8c" /><Relationship Type="http://schemas.openxmlformats.org/officeDocument/2006/relationships/notesSlide" Target="/ppt/notesSlides/notesSlide4.xml" Id="R54b79f992bb640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737cdd19b56e47d4" /><Relationship Type="http://schemas.openxmlformats.org/officeDocument/2006/relationships/image" Target="/ppt/media/image2.png" Id="R4c978ff755ad411d" /><Relationship Type="http://schemas.openxmlformats.org/officeDocument/2006/relationships/notesSlide" Target="/ppt/notesSlides/notesSlide5.xml" Id="Rda8912e7346540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e1dae4c60a574abc" /><Relationship Type="http://schemas.openxmlformats.org/officeDocument/2006/relationships/image" Target="/ppt/media/image3.png" Id="Rc70c9de0618d4a9a" /><Relationship Type="http://schemas.openxmlformats.org/officeDocument/2006/relationships/notesSlide" Target="/ppt/notesSlides/notesSlide6.xml" Id="R507e2ff4b57d4dd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9f293018a0e74cd3" /><Relationship Type="http://schemas.openxmlformats.org/officeDocument/2006/relationships/image" Target="/ppt/media/image4.png" Id="Re4951305b6f14fb1" /><Relationship Type="http://schemas.openxmlformats.org/officeDocument/2006/relationships/notesSlide" Target="/ppt/notesSlides/notesSlide7.xml" Id="R1e7080720c8942e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8a7c49b048404622" /><Relationship Type="http://schemas.openxmlformats.org/officeDocument/2006/relationships/image" Target="/ppt/media/image5.png" Id="R16c02274b6e44898" /><Relationship Type="http://schemas.openxmlformats.org/officeDocument/2006/relationships/notesSlide" Target="/ppt/notesSlides/notesSlide8.xml" Id="R1657b9b90554471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8ad06cca5f848e6" /><Relationship Type="http://schemas.openxmlformats.org/officeDocument/2006/relationships/notesSlide" Target="/ppt/notesSlides/notesSlide9.xml" Id="R4b06a31cfdf04de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23A367D-FD84-49F8-AF2D-0779481DBA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2130480"/>
            <a:ext cx="7772040" cy="146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Predicción de rotación de empleados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C53B876-F98F-455F-8CFD-759CAEFF3F88}"/>
              </a:ext>
            </a:extLst>
          </p:cNvPr>
          <p:cNvSpPr>
            <a:spLocks xmlns:a="http://schemas.openxmlformats.org/drawingml/2006/main" noGrp="1"/>
          </p:cNvSpPr>
          <p:nvPr>
            <p:ph type="subTitle" idx="0"/>
          </p:nvPr>
        </p:nvSpPr>
        <p:spPr>
          <a:xfrm xmlns:a="http://schemas.openxmlformats.org/drawingml/2006/main">
            <a:off x="1371600" y="3886200"/>
            <a:ext cx="6400440" cy="175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3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Proyecto educativo · PySpark · scikit-learn · Power BI</a:t>
            </a:r>
            <a:endParaRPr sz="3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7925070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3A80CDC-29D0-442F-8406-74BEDDE2A9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Alcance del proyecto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8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A351A14-C962-45F2-863E-8C30FDD9AA8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Ejercicio académico de clasificación binaria con datos de ejemplo.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Integración y preparación con PySpark; evaluación con scikit-learn.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Comparación exploratoria de Regresión Logística, Random Forest y MLP.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Validación cruzada y partición holdout aparecen en resultados distintos.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Prototipo Power BI y visualizaciones descriptivas.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Sin uso operativo ni decisiones sobre empleados.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9111308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6AB6FCB5-5C27-4A40-86A2-B59AFB49E5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Flujo de trabajo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842B893-A08C-465F-AA27-8DC6A08487E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Comprobaciones de calidad y unión por EmployeeNumber.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ETL con PySpark y creación de variables derivadas.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Modelado con regresión logística, Random Forest y MLP.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Métricas: ROC-AUC, PR-AUC y F1; protocolos documentados por separado.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Exportación de artefactos para análisis educativo.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No es un modelo validado para una organización real.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34375338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71" name="PlaceHolder 1">
            <a:extLst>
              <a:ext uri="{FF2B5EF4-FFF2-40B4-BE49-F238E27FC236}">
                <ns2:creationId id="{65E0130A-3CA4-4060-A9FD-904D0A35ECF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620000" y="11736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Métricas exploratorias · LogReg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76" name="Picture 2"/>
          <p:cNvPicPr>
            <a:picLocks noChangeAspect="1"/>
          </p:cNvPicPr>
          <p:nvPr/>
        </p:nvPicPr>
        <p:blipFill>
          <a:blip ns3:embed="R367a84ca3dbe4c8c"/>
          <a:srcRect l="5" t="0" r="5" b="0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73" name="TextBox 3">
            <a:extLst>
              <a:ext uri="{FF2B5EF4-FFF2-40B4-BE49-F238E27FC236}">
                <ns2:creationId id="{D179EA43-F748-45D7-9F30-071F40E196A0}"/>
              </a:ext>
            </a:extLst>
          </p:cNvPr>
          <p:cNvSpPr>
            <a:spLocks noGrp="1"/>
          </p:cNvSpPr>
          <p:nvPr/>
        </p:nvSpPr>
        <p:spPr>
          <a:xfrm>
            <a:off x="36576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Artefacto histórico; recalcular métricas antes de citar cifras definitivas.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1507152452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74" name="PlaceHolder 1">
            <a:extLst>
              <a:ext uri="{FF2B5EF4-FFF2-40B4-BE49-F238E27FC236}">
                <ns2:creationId id="{2D52C905-F951-4F11-BF40-C3409FEC2BF8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507960" y="131400"/>
            <a:ext cx="11242800" cy="12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Distribución de scores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79" name="Picture 2"/>
          <p:cNvPicPr>
            <a:picLocks noChangeAspect="1"/>
          </p:cNvPicPr>
          <p:nvPr/>
        </p:nvPicPr>
        <p:blipFill>
          <a:blip ns3:embed="R4c978ff755ad411d"/>
          <a:srcRect l="5" t="0" r="5" b="0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76" name="TextBox 3">
            <a:extLst>
              <a:ext uri="{FF2B5EF4-FFF2-40B4-BE49-F238E27FC236}">
                <ns2:creationId id="{D89E5E77-4B58-410D-B4A2-D67E59D88B59}"/>
              </a:ext>
            </a:extLst>
          </p:cNvPr>
          <p:cNvSpPr>
            <a:spLocks noGrp="1"/>
          </p:cNvSpPr>
          <p:nvPr/>
        </p:nvSpPr>
        <p:spPr>
          <a:xfrm>
            <a:off x="36576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Scores descriptivos; no calibrados ni referidos a personas reales.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303505656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77" name="PlaceHolder 1">
            <a:extLst>
              <a:ext uri="{FF2B5EF4-FFF2-40B4-BE49-F238E27FC236}">
                <ns2:creationId id="{68DF6AE7-B196-4300-BDC9-E0722C6EA253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37200" y="180000"/>
            <a:ext cx="10522800" cy="80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Rotación observada por departamento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2" name="Picture 2"/>
          <p:cNvPicPr>
            <a:picLocks noChangeAspect="1"/>
          </p:cNvPicPr>
          <p:nvPr/>
        </p:nvPicPr>
        <p:blipFill>
          <a:blip ns3:embed="Rc70c9de0618d4a9a"/>
          <a:srcRect l="5" t="0" r="5" b="0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79" name="TextBox 3">
            <a:extLst>
              <a:ext uri="{FF2B5EF4-FFF2-40B4-BE49-F238E27FC236}">
                <ns2:creationId id="{8BD09EE3-65E6-4BF7-8BB4-A3EB9FD7A8CC}"/>
              </a:ext>
            </a:extLst>
          </p:cNvPr>
          <p:cNvSpPr>
            <a:spLocks noGrp="1"/>
          </p:cNvSpPr>
          <p:nvPr/>
        </p:nvSpPr>
        <p:spPr>
          <a:xfrm>
            <a:off x="36000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Datos de ejemplo; asociación descriptiva, no causal.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1672691024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80" name="PlaceHolder 1">
            <a:extLst>
              <a:ext uri="{FF2B5EF4-FFF2-40B4-BE49-F238E27FC236}">
                <ns2:creationId id="{34C86444-1BAA-4375-A625-51721868B148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457200" y="180000"/>
            <a:ext cx="11242800" cy="80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Rotación observada y horas extra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5" name="Picture 2"/>
          <p:cNvPicPr>
            <a:picLocks noChangeAspect="1"/>
          </p:cNvPicPr>
          <p:nvPr/>
        </p:nvPicPr>
        <p:blipFill>
          <a:blip ns3:embed="Re4951305b6f14fb1"/>
          <a:srcRect l="5" t="0" r="5" b="0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82" name="TextBox 3">
            <a:extLst>
              <a:ext uri="{FF2B5EF4-FFF2-40B4-BE49-F238E27FC236}">
                <ns2:creationId id="{3DBC67BC-AB62-47CE-B97D-EBE84C4AEF3A}"/>
              </a:ext>
            </a:extLst>
          </p:cNvPr>
          <p:cNvSpPr>
            <a:spLocks noGrp="1"/>
          </p:cNvSpPr>
          <p:nvPr/>
        </p:nvSpPr>
        <p:spPr>
          <a:xfrm>
            <a:off x="26388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Asociación descriptiva; no causal ni aplicable a una plantilla real.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1461787212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83" name="PlaceHolder 1">
            <a:extLst>
              <a:ext uri="{FF2B5EF4-FFF2-40B4-BE49-F238E27FC236}">
                <ns2:creationId id="{485DE502-EFBA-44FD-BADB-C6C68143625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817200" y="0"/>
            <a:ext cx="11062800" cy="98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Coeficientes del modelo LogReg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8" name="Picture 2"/>
          <p:cNvPicPr>
            <a:picLocks noChangeAspect="1"/>
          </p:cNvPicPr>
          <p:nvPr/>
        </p:nvPicPr>
        <p:blipFill>
          <a:blip ns3:embed="R16c02274b6e44898"/>
          <a:srcRect l="5" t="0" r="5" b="0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85" name="TextBox 3">
            <a:extLst>
              <a:ext uri="{FF2B5EF4-FFF2-40B4-BE49-F238E27FC236}">
                <ns2:creationId id="{AF3E641E-B559-4B63-B439-358EDFBBC910}"/>
              </a:ext>
            </a:extLst>
          </p:cNvPr>
          <p:cNvSpPr>
            <a:spLocks noGrp="1"/>
          </p:cNvSpPr>
          <p:nvPr/>
        </p:nvSpPr>
        <p:spPr>
          <a:xfrm>
            <a:off x="30204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Asociaciones del modelo; no son efectos causales.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7824060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7F62F03-CE33-4FE9-9DF1-F95A7525FF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Limitaciones y siguientes pasos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F0B9206-BCA7-49C5-B770-F20910E47C4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Recuperar y verificar la fuente y licencia de encuesta_clima.csv.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Separar conjuntos y protocolos de evaluación de forma reproducible.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Realizar validación independiente y temporal antes de cualquier afirmación predictiva.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Revisar calibración, privacidad y equidad con datos apropiados.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Mantener el proyecto como demostración educativa, sin decisiones laborales.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383974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2026-10-04T16:04:03.6830000Z</dcterms:created>
  <dcterms:modified xsi:type="dcterms:W3CDTF">2026-10-04T16:04:03.6840000Z</dcterms:modified>
</coreProperties>
</file>